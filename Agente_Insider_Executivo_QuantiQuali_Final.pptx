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60" r:id="rId2"/>
    <p:sldId id="261" r:id="rId3"/>
    <p:sldId id="262" r:id="rId4"/>
    <p:sldId id="263" r:id="rId5"/>
    <p:sldId id="264" r:id="rId6"/>
    <p:sldId id="265" r:id="rId7"/>
    <p:sldId id="266" r:id="rId8"/>
  </p:sldIdLst>
  <p:sldSz cx="12188825"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H1 testa a utilidade da cronologia e da publicidade em comparação com proximidade temporal isolada. H2 procura contexto e explicações documentadas para a operação, sem usar um número alto como desfecho. H3 distingue vínculo, acesso e circulação, preservando as presunções normativas e a possibilidade de prova indiciária. All Ore esclarece que o caminho exato do vazamento não é requisito universal. H4 organiza a qualidade do conjunto probatório e não soma uma nova evidência independente aos sinais que sintetiza. Os quatro enunciados são testáveis no desenho de revisão, mas nenhum foi validado empiricamente na fila interna.</a:t>
            </a:r>
          </a:p>
          <a:p>
            <a:endParaRPr/>
          </a:p>
          <a:p>
            <a:r>
              <a:t>Referências verificadas em 30/10/2026</a:t>
            </a:r>
          </a:p>
          <a:p>
            <a:r>
              <a:t>D01. Anexos recebidos, 30/10/2026. Planilha 02, 03 e 09. Anexo do projeto. Recorte informado ago–set/2026</a:t>
            </a:r>
          </a:p>
          <a:p>
            <a:r>
              <a:t>C02. CVM, Agra/Cyrela, Gustavo Gonzalez. Voto, §§4–7, 34, 38–40 e 43–54, pp. 2–3, 12–17. https://www.gov.br/cvm/pt-br/assuntos/noticias/anexos/2018/20181128_PAS_CVM_26_201_voto_diretor_gustavo_gonzalez.pdf-43ef07a355f549ba8d9a8c5f610e3b8b</a:t>
            </a:r>
          </a:p>
          <a:p>
            <a:r>
              <a:t>C05. CVM, Hering 2020, Flávia Perlingeiro. Voto, §§40–43, 49–59 e 64–69, pp. 9–16. https://www.gov.br/cvm/pt-br/assuntos/noticias/anexos/2020/20200616_PAS_CVM_SEI_19957_005966_2016_38_voto_diretora_flavia_perlingeiro.pdf-d2147c143a4644e28360b2524c9f68e4</a:t>
            </a:r>
          </a:p>
          <a:p>
            <a:r>
              <a:t>C08. CVM, All Ore, Marcelo Barbosa. Manifestação, §§3–11, pp. 1–3. https://www.gov.br/cvm/pt-br/assuntos/noticias/anexos/2019/20191126_PAS_CVM_RJ2016_2384_SEI_19957_001639_2016_15_manifestacao_voto_presidente_marcelo_barbosa.pdf-d16215a199734c9a868d2263a64ae3c5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CVM 44: art. 13 estabelece a vedação e as presunções relativas. Art. 14 prevê o período anterior a ITR/DFP para os sujeitos indicados, independentemente de conhecimento ou intenção, com ressalvas e exceções. Art. 16 trata de plano individual formal, verificável e com requisitos específicos, incluindo prazo mínimo de três meses para produção de efeitos. CVM 35: art. 33 IV prevê informar à CVM ocorrência ou indícios de violação em até cinco dias úteis da ocorrência ou identificação, sem prejuízo das demais comunicações e mantendo evidências. Compliance deve definir o marco e o enquadramento. Um alerta interno não constitui, automaticamente, uma conclusão jurídica sobre esse dever. Art. 41 trata da política de segurança. Art. 48 prevê retenção mínima de cinco anos para os documentos abrangidos, ou mais por determinação da CVM. As normas não prescrevem um score de culpa nem autorizam decisão autônoma do agente.</a:t>
            </a:r>
          </a:p>
          <a:p>
            <a:endParaRPr/>
          </a:p>
          <a:p>
            <a:r>
              <a:t>Referências verificadas em 30/10/2026</a:t>
            </a:r>
          </a:p>
          <a:p>
            <a:r>
              <a:t>R01. CVM, Resolução 44, texto consolidado. Arts. 2, 13, 14 e 16. https://conteudo.cvm.gov.br/export/sites/cvm/legislacao/resolucoes/anexos/001/resol044consolid.pdf</a:t>
            </a:r>
          </a:p>
          <a:p>
            <a:r>
              <a:t>R02. CVM, Resolução 35, texto consolidado. Arts. 20, 21, 25, 31, 33 IV, 41 e 48. https://conteudo.cvm.gov.br/export/sites/cvm/legislacao/resolucoes/anexos/001/resol035consolid.pdf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 comunicado oficial final confirma a multa de Diego em 1,5 vez o benefício de R$ 844.170,34, totalizando R$ 1.266.255,51. A manifestação de Gonzalez, §4, e a de Barbosa, §1, aderem à condenação de Diego e à fundamentação de Henrique Machado. Isso não autoriza inventar quais indícios foram decisivos sem o voto correspondente. Para Didier, Gonzalez discute, nos §§34, 38–40 e 43–54, a diferença entre informação já divulgada e informação nova material durante a negociação. Sua conclusão sobre o momento da venda está nos §§53–54. O dispositivo publicado absolve Didier diante de empate. A publicidade inicial não elimina a possibilidade de informação privilegiada posterior. Não tratar a comparação como experimento causal ou taxa de condenação.</a:t>
            </a:r>
          </a:p>
          <a:p>
            <a:endParaRPr/>
          </a:p>
          <a:p>
            <a:r>
              <a:t>Referências verificadas em 30/10/2026</a:t>
            </a:r>
          </a:p>
          <a:p>
            <a:r>
              <a:t>C01. CVM, Agra/Cyrela, PAS 26/2010. Resultado da sessão de 27/11/2018. https://www.gov.br/cvm/pt-br/assuntos/noticias/2018/julgado-caso-envolvendo-acusacoes-de-insider-trading-e75731190d60451fb29ecc29ed9414aa</a:t>
            </a:r>
          </a:p>
          <a:p>
            <a:r>
              <a:t>C02. CVM, Agra/Cyrela, Gustavo Gonzalez. Voto, §§4–7, 34, 38–40 e 43–54, pp. 2–3, 12–17. https://www.gov.br/cvm/pt-br/assuntos/noticias/anexos/2018/20181128_PAS_CVM_26_201_voto_diretor_gustavo_gonzalez.pdf-43ef07a355f549ba8d9a8c5f610e3b8b</a:t>
            </a:r>
          </a:p>
          <a:p>
            <a:r>
              <a:t>C03. CVM, Agra/Cyrela, Marcelo Barbosa. Manifestação, §1 e §§3–6, pp. 1–2. https://www.gov.br/cvm/pt-br/assuntos/noticias/anexos/2018/20181127_PAS_26_2010_manifestacao_PTE.pdf-d986cf76f57e49edb23bb2059a3e3a95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Fonte C05, §§40–43: relevância da informação e acesso reconhecidos. §§49–50: o impacto ou pequeno volume não exclui isoladamente a caracterização da infração. §§51–58, pp.12–13: contratos, boletos, extratos, notas e recibos deram suporte à alegação de despesas imobiliárias. O voto registra cheques compensados em abril acima de R$ 650 mil, recorrência em meses adjacentes e compatibilidade com a versão apresentada. §59: operações de 13 e 22 de abril totalizam 20 mil ações e 1,16% da posição do acusado. §§64–69, pp.15–16: proporção, cronologia e comprovação de despesas são considerados em conjunto, com dúvida quanto ao elemento subjetivo e voto pela absolvição. A decisão colegiada unânime consta do comunicado C04. Trata-se de fatos de 2015 sob a ICVM 358, e não de dispensa automática das regras atuais do art.14 da CVM44.</a:t>
            </a:r>
          </a:p>
          <a:p>
            <a:endParaRPr/>
          </a:p>
          <a:p>
            <a:r>
              <a:t>Referências verificadas em 30/10/2026</a:t>
            </a:r>
          </a:p>
          <a:p>
            <a:r>
              <a:t>C04. CVM, Hering, PAS 19957.005966/2016-38. Resultado da sessão de 16/06/2020. https://www.gov.br/cvm/pt-br/assuntos/noticias/2020/cvm-julga-diretor-de-companhia-por-pratica-de-insider-trading-f4c8ea6de2ce41d6947b4591d10b4e05</a:t>
            </a:r>
          </a:p>
          <a:p>
            <a:r>
              <a:t>C05. CVM, Hering 2020, Flávia Perlingeiro. Voto, §§40–43, 49–59 e 64–69, pp. 9–16. https://www.gov.br/cvm/pt-br/assuntos/noticias/anexos/2020/20200616_PAS_CVM_SEI_19957_005966_2016_38_voto_diretora_flavia_perlingeiro.pdf-d2147c143a4644e28360b2524c9f68e4</a:t>
            </a:r>
          </a:p>
          <a:p>
            <a:r>
              <a:t>R01. CVM, Resolução 44, texto consolidado. Arts. 2, 13, 14 e 16. https://conteudo.cvm.gov.br/export/sites/cvm/legislacao/resolucoes/anexos/001/resol044consolid.pdf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C06 inclui extrato e votos. Extrato, pp.1–2: absolvições por maioria, condenação proposta pelo relator e manifestações absolutórias com diferenças pontuais. O trecho de Accioly consultado está nos §§20–36 do seu voto, páginas SEI 89–92. Ele aborda a proposta da Arezzo, a mensagem inicial da Soma, a avaliação retrospectiva da relevância e a finalidade defensiva das recompras, com ressalvas sobre outros fundamentos. Essas são posições identificadas de um voto, não uma tese uniforme de toda a maioria. Não concluir que toda recompra é lícita ou que toda mensagem inicial é irrelevante. A ficha de Fabio permanece separada e sua fundamentação individual ainda demanda codificação completa. O processo de 2024 difere do processo Hering julgado em 2020.</a:t>
            </a:r>
          </a:p>
          <a:p>
            <a:endParaRPr/>
          </a:p>
          <a:p>
            <a:r>
              <a:t>Referências verificadas em 30/10/2026</a:t>
            </a:r>
          </a:p>
          <a:p>
            <a:r>
              <a:t>C06. CVM, Hering, PAS 19957.007285/2022-52. Extrato, pp. 1–2. Voto João Accioly, §§20–36, pp. SEI 89–92. https://conteudo.cvm.gov.br/export/sites/cvm/sancionadores/sancionador/anexos/2024/SEI_19957007285_2022_52.pdf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 comunicado C07 confirma absolvição por maioria pela acusação de insider e absolvição unânime pela imputação distinta de manipulação. C08, §§3–6, admite prova indiciária e localiza a controvérsia na suficiência do conjunto. §§7–10 comparam a conversa a precedente mais detalhado, registram que não é indispensável identificar o caminho exato da informação e apontam dúvidas plausíveis. §11 conclui pela absolvição. O voto divergente C09 precisa permanecer identificado como divergente e não como dispositivo final. A melhoria metodológica para H3 é procurar evidências individualizadas sem impor um requisito probatório absoluto que o precedente rejeita.</a:t>
            </a:r>
          </a:p>
          <a:p>
            <a:endParaRPr/>
          </a:p>
          <a:p>
            <a:r>
              <a:t>Referências verificadas em 30/10/2026</a:t>
            </a:r>
          </a:p>
          <a:p>
            <a:r>
              <a:t>C07. CVM, All Ore, PAS RJ2016/2384. Resultado da sessão de 26/11/2019, item 1. https://www.gov.br/cvm/pt-br/assuntos/noticias/2019-1/cvm-julga-processo-envolvendo-insider-trading-4768a05bf27e4f859d80bc63da4a266d</a:t>
            </a:r>
          </a:p>
          <a:p>
            <a:r>
              <a:t>C08. CVM, All Ore, Marcelo Barbosa. Manifestação, §§3–11, pp. 1–3. https://www.gov.br/cvm/pt-br/assuntos/noticias/anexos/2019/20191126_PAS_CVM_RJ2016_2384_SEI_19957_001639_2016_15_manifestacao_voto_presidente_marcelo_barbosa.pdf-d16215a199734c9a868d2263a64ae3c5</a:t>
            </a:r>
          </a:p>
          <a:p>
            <a:r>
              <a:t>C09. CVM, All Ore, Henrique Machado. Voto-vista de 26/11/2019. https://www.gov.br/cvm/pt-br/assuntos/noticias/anexos/2019/20191126_PAS_CVM_RJ2016_2384_SEI_19957_001639_2016_15_voto_diretor_henrique_machado.pdf-af2660a5f32a4394a586fd58ce6f0e6a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 comunicado oficial informa acesso em 15/04/2013, venda quatro dias depois e divulgação em 17/05/2013. Os intervalos de quatro e 28 dias corridos decorrem dessas datas, sem afirmação sobre horários intradiários. A maioria condenou Eike Fuhrken Batista. O resumo oficial descreve que Pablo Renteria atribuiu força à justificativa de recomposição de free float, enquanto Leonardo Pereira não a considerou suficiente para afastar a finalidade de evitar perda. O exemplo permite ensinar que a cronologia é verificável e que o tratamento da contraprova pode ser controvertido. A ficha se baseia no comunicado, sem cotejo dos votos integrais. O resultado refere-se à sessão citada e não afirma a situação recursal posterior.</a:t>
            </a:r>
          </a:p>
          <a:p>
            <a:endParaRPr/>
          </a:p>
          <a:p>
            <a:r>
              <a:t>Referências verificadas em 30/10/2026</a:t>
            </a:r>
          </a:p>
          <a:p>
            <a:r>
              <a:t>C10. CVM, OSX, PAS RJ2013/13172. Comunicado de 13/06/2017, item 1. https://www.gov.br/cvm/pt-br/assuntos/noticias/2017/colegiado-condena-acusados-por-insider-trading-8445e3a3e7154220b15a16d4ed56c722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3B63E7BA-02B4-4B36-8F05-45010CBEC788}"/>
              </a:ext>
            </a:extLst>
          </p:cNvPr>
          <p:cNvSpPr>
            <a:spLocks noGrp="1"/>
          </p:cNvSpPr>
          <p:nvPr>
            <p:ph type="title"/>
          </p:nvPr>
        </p:nvSpPr>
        <p:spPr>
          <a:xfrm>
            <a:off x="1218895" y="2590800"/>
            <a:ext cx="9751162" cy="990600"/>
          </a:xfrm>
          <a:prstGeom prst="rect">
            <a:avLst/>
          </a:prstGeom>
          <a:noFill/>
          <a:ln>
            <a:noFill/>
            <a:prstDash val="solid"/>
          </a:ln>
        </p:spPr>
        <p:txBody>
          <a:bodyPr wrap="square" lIns="0" tIns="0" rIns="0" bIns="0" anchor="ctr">
            <a:normAutofit/>
          </a:bodyPr>
          <a:lstStyle>
            <a:defPPr algn="ctr">
              <a:defRPr sz="4799" b="1">
                <a:solidFill>
                  <a:schemeClr val="tx1"/>
                </a:solidFill>
                <a:latin typeface="+mj-lt"/>
                <a:ea typeface="+mj-lt"/>
                <a:cs typeface="+mj-lt"/>
              </a:defRPr>
            </a:defPPr>
            <a:lvl1pPr marL="0" indent="0" algn="ctr">
              <a:lnSpc>
                <a:spcPct val="110000"/>
              </a:lnSpc>
              <a:spcBef>
                <a:spcPts val="0"/>
              </a:spcBef>
              <a:spcAft>
                <a:spcPts val="0"/>
              </a:spcAft>
              <a:buNone/>
              <a:defRPr sz="4799" b="1">
                <a:solidFill>
                  <a:schemeClr val="tx1"/>
                </a:solidFill>
                <a:latin typeface="+mj-lt"/>
                <a:ea typeface="+mj-lt"/>
                <a:cs typeface="+mj-lt"/>
              </a:defRPr>
            </a:lvl1pPr>
            <a:lvl2pPr marL="0" indent="0" algn="ctr">
              <a:lnSpc>
                <a:spcPct val="110000"/>
              </a:lnSpc>
              <a:spcBef>
                <a:spcPts val="0"/>
              </a:spcBef>
              <a:spcAft>
                <a:spcPts val="0"/>
              </a:spcAft>
              <a:buNone/>
              <a:defRPr sz="4799" b="1">
                <a:solidFill>
                  <a:schemeClr val="tx1"/>
                </a:solidFill>
                <a:latin typeface="+mj-lt"/>
                <a:ea typeface="+mj-lt"/>
                <a:cs typeface="+mj-lt"/>
              </a:defRPr>
            </a:lvl2pPr>
            <a:lvl3pPr marL="0" indent="0" algn="ctr">
              <a:lnSpc>
                <a:spcPct val="110000"/>
              </a:lnSpc>
              <a:spcBef>
                <a:spcPts val="0"/>
              </a:spcBef>
              <a:spcAft>
                <a:spcPts val="0"/>
              </a:spcAft>
              <a:buNone/>
              <a:defRPr sz="4799" b="1">
                <a:solidFill>
                  <a:schemeClr val="tx1"/>
                </a:solidFill>
                <a:latin typeface="+mj-lt"/>
                <a:ea typeface="+mj-lt"/>
                <a:cs typeface="+mj-lt"/>
              </a:defRPr>
            </a:lvl3pPr>
            <a:lvl4pPr marL="0" indent="0" algn="ctr">
              <a:lnSpc>
                <a:spcPct val="110000"/>
              </a:lnSpc>
              <a:spcBef>
                <a:spcPts val="0"/>
              </a:spcBef>
              <a:spcAft>
                <a:spcPts val="0"/>
              </a:spcAft>
              <a:buNone/>
              <a:defRPr sz="4799" b="1">
                <a:solidFill>
                  <a:schemeClr val="tx1"/>
                </a:solidFill>
                <a:latin typeface="+mj-lt"/>
                <a:ea typeface="+mj-lt"/>
                <a:cs typeface="+mj-lt"/>
              </a:defRPr>
            </a:lvl4pPr>
            <a:lvl5pPr marL="0" indent="0" algn="ctr">
              <a:lnSpc>
                <a:spcPct val="110000"/>
              </a:lnSpc>
              <a:spcBef>
                <a:spcPts val="0"/>
              </a:spcBef>
              <a:spcAft>
                <a:spcPts val="0"/>
              </a:spcAft>
              <a:buNone/>
              <a:defRPr sz="4799" b="1">
                <a:solidFill>
                  <a:schemeClr val="tx1"/>
                </a:solidFill>
                <a:latin typeface="+mj-lt"/>
                <a:ea typeface="+mj-lt"/>
                <a:cs typeface="+mj-lt"/>
              </a:defRPr>
            </a:lvl5pPr>
            <a:lvl6pPr marL="0" indent="0" algn="ctr">
              <a:lnSpc>
                <a:spcPct val="110000"/>
              </a:lnSpc>
              <a:spcBef>
                <a:spcPts val="0"/>
              </a:spcBef>
              <a:spcAft>
                <a:spcPts val="0"/>
              </a:spcAft>
              <a:buNone/>
              <a:defRPr sz="4799" b="1">
                <a:solidFill>
                  <a:schemeClr val="tx1"/>
                </a:solidFill>
                <a:latin typeface="+mj-lt"/>
                <a:ea typeface="+mj-lt"/>
                <a:cs typeface="+mj-lt"/>
              </a:defRPr>
            </a:lvl6pPr>
            <a:lvl7pPr marL="0" indent="0" algn="ctr">
              <a:lnSpc>
                <a:spcPct val="110000"/>
              </a:lnSpc>
              <a:spcBef>
                <a:spcPts val="0"/>
              </a:spcBef>
              <a:spcAft>
                <a:spcPts val="0"/>
              </a:spcAft>
              <a:buNone/>
              <a:defRPr sz="4799" b="1">
                <a:solidFill>
                  <a:schemeClr val="tx1"/>
                </a:solidFill>
                <a:latin typeface="+mj-lt"/>
                <a:ea typeface="+mj-lt"/>
                <a:cs typeface="+mj-lt"/>
              </a:defRPr>
            </a:lvl7pPr>
            <a:lvl8pPr marL="0" indent="0" algn="ctr">
              <a:lnSpc>
                <a:spcPct val="110000"/>
              </a:lnSpc>
              <a:spcBef>
                <a:spcPts val="0"/>
              </a:spcBef>
              <a:spcAft>
                <a:spcPts val="0"/>
              </a:spcAft>
              <a:buNone/>
              <a:defRPr sz="4799" b="1">
                <a:solidFill>
                  <a:schemeClr val="tx1"/>
                </a:solidFill>
                <a:latin typeface="+mj-lt"/>
                <a:ea typeface="+mj-lt"/>
                <a:cs typeface="+mj-lt"/>
              </a:defRPr>
            </a:lvl8pPr>
            <a:lvl9pPr marL="0" indent="0" algn="ctr">
              <a:lnSpc>
                <a:spcPct val="110000"/>
              </a:lnSpc>
              <a:spcBef>
                <a:spcPts val="0"/>
              </a:spcBef>
              <a:spcAft>
                <a:spcPts val="0"/>
              </a:spcAft>
              <a:buNone/>
              <a:defRPr sz="4799"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E95CD723-065C-40C7-A453-11DFA7593023}"/>
              </a:ext>
            </a:extLst>
          </p:cNvPr>
          <p:cNvSpPr>
            <a:spLocks noGrp="1"/>
          </p:cNvSpPr>
          <p:nvPr>
            <p:ph type="subTitle" idx="1"/>
          </p:nvPr>
        </p:nvSpPr>
        <p:spPr>
          <a:xfrm>
            <a:off x="1828343" y="3771900"/>
            <a:ext cx="8532266" cy="762000"/>
          </a:xfrm>
          <a:prstGeom prst="rect">
            <a:avLst/>
          </a:prstGeom>
          <a:noFill/>
          <a:ln>
            <a:noFill/>
            <a:prstDash val="solid"/>
          </a:ln>
        </p:spPr>
        <p:txBody>
          <a:bodyPr wrap="square" lIns="0" tIns="0" rIns="0" bIns="0" anchor="ctr">
            <a:normAutofit/>
          </a:bodyPr>
          <a:lstStyle>
            <a:defPPr algn="ctr">
              <a:defRPr sz="2099" b="0">
                <a:solidFill>
                  <a:schemeClr val="tx1"/>
                </a:solidFill>
                <a:latin typeface="+mn-lt"/>
                <a:ea typeface="+mn-lt"/>
                <a:cs typeface="+mn-lt"/>
              </a:defRPr>
            </a:defPPr>
            <a:lvl1pPr marL="0" indent="0" algn="ctr">
              <a:lnSpc>
                <a:spcPct val="110000"/>
              </a:lnSpc>
              <a:spcBef>
                <a:spcPts val="0"/>
              </a:spcBef>
              <a:spcAft>
                <a:spcPts val="0"/>
              </a:spcAft>
              <a:buNone/>
              <a:defRPr sz="2099" b="0">
                <a:solidFill>
                  <a:schemeClr val="tx1"/>
                </a:solidFill>
                <a:latin typeface="+mn-lt"/>
                <a:ea typeface="+mn-lt"/>
                <a:cs typeface="+mn-lt"/>
              </a:defRPr>
            </a:lvl1pPr>
            <a:lvl2pPr marL="0" indent="0" algn="ctr">
              <a:lnSpc>
                <a:spcPct val="110000"/>
              </a:lnSpc>
              <a:spcBef>
                <a:spcPts val="0"/>
              </a:spcBef>
              <a:spcAft>
                <a:spcPts val="0"/>
              </a:spcAft>
              <a:buNone/>
              <a:defRPr sz="2099" b="0">
                <a:solidFill>
                  <a:schemeClr val="tx1"/>
                </a:solidFill>
                <a:latin typeface="+mn-lt"/>
                <a:ea typeface="+mn-lt"/>
                <a:cs typeface="+mn-lt"/>
              </a:defRPr>
            </a:lvl2pPr>
            <a:lvl3pPr marL="0" indent="0" algn="ctr">
              <a:lnSpc>
                <a:spcPct val="110000"/>
              </a:lnSpc>
              <a:spcBef>
                <a:spcPts val="0"/>
              </a:spcBef>
              <a:spcAft>
                <a:spcPts val="0"/>
              </a:spcAft>
              <a:buNone/>
              <a:defRPr sz="2099" b="0">
                <a:solidFill>
                  <a:schemeClr val="tx1"/>
                </a:solidFill>
                <a:latin typeface="+mn-lt"/>
                <a:ea typeface="+mn-lt"/>
                <a:cs typeface="+mn-lt"/>
              </a:defRPr>
            </a:lvl3pPr>
            <a:lvl4pPr marL="0" indent="0" algn="ctr">
              <a:lnSpc>
                <a:spcPct val="110000"/>
              </a:lnSpc>
              <a:spcBef>
                <a:spcPts val="0"/>
              </a:spcBef>
              <a:spcAft>
                <a:spcPts val="0"/>
              </a:spcAft>
              <a:buNone/>
              <a:defRPr sz="2099" b="0">
                <a:solidFill>
                  <a:schemeClr val="tx1"/>
                </a:solidFill>
                <a:latin typeface="+mn-lt"/>
                <a:ea typeface="+mn-lt"/>
                <a:cs typeface="+mn-lt"/>
              </a:defRPr>
            </a:lvl4pPr>
            <a:lvl5pPr marL="0" indent="0" algn="ctr">
              <a:lnSpc>
                <a:spcPct val="110000"/>
              </a:lnSpc>
              <a:spcBef>
                <a:spcPts val="0"/>
              </a:spcBef>
              <a:spcAft>
                <a:spcPts val="0"/>
              </a:spcAft>
              <a:buNone/>
              <a:defRPr sz="2099" b="0">
                <a:solidFill>
                  <a:schemeClr val="tx1"/>
                </a:solidFill>
                <a:latin typeface="+mn-lt"/>
                <a:ea typeface="+mn-lt"/>
                <a:cs typeface="+mn-lt"/>
              </a:defRPr>
            </a:lvl5pPr>
            <a:lvl6pPr marL="0" indent="0" algn="ctr">
              <a:lnSpc>
                <a:spcPct val="110000"/>
              </a:lnSpc>
              <a:spcBef>
                <a:spcPts val="0"/>
              </a:spcBef>
              <a:spcAft>
                <a:spcPts val="0"/>
              </a:spcAft>
              <a:buNone/>
              <a:defRPr sz="2099" b="0">
                <a:solidFill>
                  <a:schemeClr val="tx1"/>
                </a:solidFill>
                <a:latin typeface="+mn-lt"/>
                <a:ea typeface="+mn-lt"/>
                <a:cs typeface="+mn-lt"/>
              </a:defRPr>
            </a:lvl6pPr>
            <a:lvl7pPr marL="0" indent="0" algn="ctr">
              <a:lnSpc>
                <a:spcPct val="110000"/>
              </a:lnSpc>
              <a:spcBef>
                <a:spcPts val="0"/>
              </a:spcBef>
              <a:spcAft>
                <a:spcPts val="0"/>
              </a:spcAft>
              <a:buNone/>
              <a:defRPr sz="2099" b="0">
                <a:solidFill>
                  <a:schemeClr val="tx1"/>
                </a:solidFill>
                <a:latin typeface="+mn-lt"/>
                <a:ea typeface="+mn-lt"/>
                <a:cs typeface="+mn-lt"/>
              </a:defRPr>
            </a:lvl7pPr>
            <a:lvl8pPr marL="0" indent="0" algn="ctr">
              <a:lnSpc>
                <a:spcPct val="110000"/>
              </a:lnSpc>
              <a:spcBef>
                <a:spcPts val="0"/>
              </a:spcBef>
              <a:spcAft>
                <a:spcPts val="0"/>
              </a:spcAft>
              <a:buNone/>
              <a:defRPr sz="2099" b="0">
                <a:solidFill>
                  <a:schemeClr val="tx1"/>
                </a:solidFill>
                <a:latin typeface="+mn-lt"/>
                <a:ea typeface="+mn-lt"/>
                <a:cs typeface="+mn-lt"/>
              </a:defRPr>
            </a:lvl8pPr>
            <a:lvl9pPr marL="0" indent="0" algn="ctr">
              <a:lnSpc>
                <a:spcPct val="110000"/>
              </a:lnSpc>
              <a:spcBef>
                <a:spcPts val="0"/>
              </a:spcBef>
              <a:spcAft>
                <a:spcPts val="0"/>
              </a:spcAft>
              <a:buNone/>
              <a:defRPr sz="2099"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803EB675-187D-49D4-8C8C-FA4CA9B87CE4}"/>
              </a:ext>
            </a:extLst>
          </p:cNvPr>
          <p:cNvSpPr>
            <a:spLocks noGrp="1"/>
          </p:cNvSpPr>
          <p:nvPr>
            <p:ph type="title"/>
          </p:nvPr>
        </p:nvSpPr>
        <p:spPr>
          <a:xfrm>
            <a:off x="1218895" y="2857500"/>
            <a:ext cx="9751162" cy="1143000"/>
          </a:xfrm>
          <a:prstGeom prst="rect">
            <a:avLst/>
          </a:prstGeom>
          <a:noFill/>
          <a:ln>
            <a:noFill/>
            <a:prstDash val="solid"/>
          </a:ln>
        </p:spPr>
        <p:txBody>
          <a:bodyPr wrap="square" lIns="0" tIns="0" rIns="0" bIns="0" anchor="ctr">
            <a:normAutofit/>
          </a:bodyPr>
          <a:lstStyle>
            <a:defPPr algn="ctr">
              <a:defRPr sz="4199" b="1">
                <a:solidFill>
                  <a:schemeClr val="tx1"/>
                </a:solidFill>
                <a:latin typeface="+mj-lt"/>
                <a:ea typeface="+mj-lt"/>
                <a:cs typeface="+mj-lt"/>
              </a:defRPr>
            </a:defPPr>
            <a:lvl1pPr marL="0" indent="0" algn="ctr">
              <a:lnSpc>
                <a:spcPct val="110000"/>
              </a:lnSpc>
              <a:spcBef>
                <a:spcPts val="0"/>
              </a:spcBef>
              <a:spcAft>
                <a:spcPts val="0"/>
              </a:spcAft>
              <a:buNone/>
              <a:defRPr sz="4199" b="1">
                <a:solidFill>
                  <a:schemeClr val="tx1"/>
                </a:solidFill>
                <a:latin typeface="+mj-lt"/>
                <a:ea typeface="+mj-lt"/>
                <a:cs typeface="+mj-lt"/>
              </a:defRPr>
            </a:lvl1pPr>
            <a:lvl2pPr marL="0" indent="0" algn="ctr">
              <a:lnSpc>
                <a:spcPct val="110000"/>
              </a:lnSpc>
              <a:spcBef>
                <a:spcPts val="0"/>
              </a:spcBef>
              <a:spcAft>
                <a:spcPts val="0"/>
              </a:spcAft>
              <a:buNone/>
              <a:defRPr sz="4199" b="1">
                <a:solidFill>
                  <a:schemeClr val="tx1"/>
                </a:solidFill>
                <a:latin typeface="+mj-lt"/>
                <a:ea typeface="+mj-lt"/>
                <a:cs typeface="+mj-lt"/>
              </a:defRPr>
            </a:lvl2pPr>
            <a:lvl3pPr marL="0" indent="0" algn="ctr">
              <a:lnSpc>
                <a:spcPct val="110000"/>
              </a:lnSpc>
              <a:spcBef>
                <a:spcPts val="0"/>
              </a:spcBef>
              <a:spcAft>
                <a:spcPts val="0"/>
              </a:spcAft>
              <a:buNone/>
              <a:defRPr sz="4199" b="1">
                <a:solidFill>
                  <a:schemeClr val="tx1"/>
                </a:solidFill>
                <a:latin typeface="+mj-lt"/>
                <a:ea typeface="+mj-lt"/>
                <a:cs typeface="+mj-lt"/>
              </a:defRPr>
            </a:lvl3pPr>
            <a:lvl4pPr marL="0" indent="0" algn="ctr">
              <a:lnSpc>
                <a:spcPct val="110000"/>
              </a:lnSpc>
              <a:spcBef>
                <a:spcPts val="0"/>
              </a:spcBef>
              <a:spcAft>
                <a:spcPts val="0"/>
              </a:spcAft>
              <a:buNone/>
              <a:defRPr sz="4199" b="1">
                <a:solidFill>
                  <a:schemeClr val="tx1"/>
                </a:solidFill>
                <a:latin typeface="+mj-lt"/>
                <a:ea typeface="+mj-lt"/>
                <a:cs typeface="+mj-lt"/>
              </a:defRPr>
            </a:lvl4pPr>
            <a:lvl5pPr marL="0" indent="0" algn="ctr">
              <a:lnSpc>
                <a:spcPct val="110000"/>
              </a:lnSpc>
              <a:spcBef>
                <a:spcPts val="0"/>
              </a:spcBef>
              <a:spcAft>
                <a:spcPts val="0"/>
              </a:spcAft>
              <a:buNone/>
              <a:defRPr sz="4199" b="1">
                <a:solidFill>
                  <a:schemeClr val="tx1"/>
                </a:solidFill>
                <a:latin typeface="+mj-lt"/>
                <a:ea typeface="+mj-lt"/>
                <a:cs typeface="+mj-lt"/>
              </a:defRPr>
            </a:lvl5pPr>
            <a:lvl6pPr marL="0" indent="0" algn="ctr">
              <a:lnSpc>
                <a:spcPct val="110000"/>
              </a:lnSpc>
              <a:spcBef>
                <a:spcPts val="0"/>
              </a:spcBef>
              <a:spcAft>
                <a:spcPts val="0"/>
              </a:spcAft>
              <a:buNone/>
              <a:defRPr sz="4199" b="1">
                <a:solidFill>
                  <a:schemeClr val="tx1"/>
                </a:solidFill>
                <a:latin typeface="+mj-lt"/>
                <a:ea typeface="+mj-lt"/>
                <a:cs typeface="+mj-lt"/>
              </a:defRPr>
            </a:lvl6pPr>
            <a:lvl7pPr marL="0" indent="0" algn="ctr">
              <a:lnSpc>
                <a:spcPct val="110000"/>
              </a:lnSpc>
              <a:spcBef>
                <a:spcPts val="0"/>
              </a:spcBef>
              <a:spcAft>
                <a:spcPts val="0"/>
              </a:spcAft>
              <a:buNone/>
              <a:defRPr sz="4199" b="1">
                <a:solidFill>
                  <a:schemeClr val="tx1"/>
                </a:solidFill>
                <a:latin typeface="+mj-lt"/>
                <a:ea typeface="+mj-lt"/>
                <a:cs typeface="+mj-lt"/>
              </a:defRPr>
            </a:lvl7pPr>
            <a:lvl8pPr marL="0" indent="0" algn="ctr">
              <a:lnSpc>
                <a:spcPct val="110000"/>
              </a:lnSpc>
              <a:spcBef>
                <a:spcPts val="0"/>
              </a:spcBef>
              <a:spcAft>
                <a:spcPts val="0"/>
              </a:spcAft>
              <a:buNone/>
              <a:defRPr sz="4199" b="1">
                <a:solidFill>
                  <a:schemeClr val="tx1"/>
                </a:solidFill>
                <a:latin typeface="+mj-lt"/>
                <a:ea typeface="+mj-lt"/>
                <a:cs typeface="+mj-lt"/>
              </a:defRPr>
            </a:lvl8pPr>
            <a:lvl9pPr marL="0" indent="0" algn="ctr">
              <a:lnSpc>
                <a:spcPct val="110000"/>
              </a:lnSpc>
              <a:spcBef>
                <a:spcPts val="0"/>
              </a:spcBef>
              <a:spcAft>
                <a:spcPts val="0"/>
              </a:spcAft>
              <a:buNone/>
              <a:defRPr sz="4199"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EADEBC05-D75E-44E0-AF87-94D79ADDA5D2}"/>
              </a:ext>
            </a:extLst>
          </p:cNvPr>
          <p:cNvSpPr>
            <a:spLocks noGrp="1"/>
          </p:cNvSpPr>
          <p:nvPr>
            <p:ph type="title"/>
          </p:nvPr>
        </p:nvSpPr>
        <p:spPr>
          <a:xfrm>
            <a:off x="685629" y="533400"/>
            <a:ext cx="10817695" cy="838200"/>
          </a:xfrm>
          <a:prstGeom prst="rect">
            <a:avLst/>
          </a:prstGeom>
          <a:noFill/>
          <a:ln>
            <a:noFill/>
            <a:prstDash val="solid"/>
          </a:ln>
        </p:spPr>
        <p:txBody>
          <a:bodyPr wrap="square" lIns="0" tIns="0" rIns="0" bIns="0" anchor="t">
            <a:normAutofit/>
          </a:bodyPr>
          <a:lstStyle>
            <a:defPPr algn="l">
              <a:defRPr sz="3299" b="1">
                <a:solidFill>
                  <a:schemeClr val="tx1"/>
                </a:solidFill>
                <a:latin typeface="+mj-lt"/>
                <a:ea typeface="+mj-lt"/>
                <a:cs typeface="+mj-lt"/>
              </a:defRPr>
            </a:defPPr>
            <a:lvl1pPr marL="0" indent="0" algn="l">
              <a:lnSpc>
                <a:spcPct val="110000"/>
              </a:lnSpc>
              <a:spcBef>
                <a:spcPts val="0"/>
              </a:spcBef>
              <a:spcAft>
                <a:spcPts val="0"/>
              </a:spcAft>
              <a:buNone/>
              <a:defRPr sz="3299" b="1">
                <a:solidFill>
                  <a:schemeClr val="tx1"/>
                </a:solidFill>
                <a:latin typeface="+mj-lt"/>
                <a:ea typeface="+mj-lt"/>
                <a:cs typeface="+mj-lt"/>
              </a:defRPr>
            </a:lvl1pPr>
            <a:lvl2pPr marL="0" indent="0" algn="l">
              <a:lnSpc>
                <a:spcPct val="110000"/>
              </a:lnSpc>
              <a:spcBef>
                <a:spcPts val="0"/>
              </a:spcBef>
              <a:spcAft>
                <a:spcPts val="0"/>
              </a:spcAft>
              <a:buNone/>
              <a:defRPr sz="3299" b="1">
                <a:solidFill>
                  <a:schemeClr val="tx1"/>
                </a:solidFill>
                <a:latin typeface="+mj-lt"/>
                <a:ea typeface="+mj-lt"/>
                <a:cs typeface="+mj-lt"/>
              </a:defRPr>
            </a:lvl2pPr>
            <a:lvl3pPr marL="0" indent="0" algn="l">
              <a:lnSpc>
                <a:spcPct val="110000"/>
              </a:lnSpc>
              <a:spcBef>
                <a:spcPts val="0"/>
              </a:spcBef>
              <a:spcAft>
                <a:spcPts val="0"/>
              </a:spcAft>
              <a:buNone/>
              <a:defRPr sz="3299" b="1">
                <a:solidFill>
                  <a:schemeClr val="tx1"/>
                </a:solidFill>
                <a:latin typeface="+mj-lt"/>
                <a:ea typeface="+mj-lt"/>
                <a:cs typeface="+mj-lt"/>
              </a:defRPr>
            </a:lvl3pPr>
            <a:lvl4pPr marL="0" indent="0" algn="l">
              <a:lnSpc>
                <a:spcPct val="110000"/>
              </a:lnSpc>
              <a:spcBef>
                <a:spcPts val="0"/>
              </a:spcBef>
              <a:spcAft>
                <a:spcPts val="0"/>
              </a:spcAft>
              <a:buNone/>
              <a:defRPr sz="3299" b="1">
                <a:solidFill>
                  <a:schemeClr val="tx1"/>
                </a:solidFill>
                <a:latin typeface="+mj-lt"/>
                <a:ea typeface="+mj-lt"/>
                <a:cs typeface="+mj-lt"/>
              </a:defRPr>
            </a:lvl4pPr>
            <a:lvl5pPr marL="0" indent="0" algn="l">
              <a:lnSpc>
                <a:spcPct val="110000"/>
              </a:lnSpc>
              <a:spcBef>
                <a:spcPts val="0"/>
              </a:spcBef>
              <a:spcAft>
                <a:spcPts val="0"/>
              </a:spcAft>
              <a:buNone/>
              <a:defRPr sz="3299" b="1">
                <a:solidFill>
                  <a:schemeClr val="tx1"/>
                </a:solidFill>
                <a:latin typeface="+mj-lt"/>
                <a:ea typeface="+mj-lt"/>
                <a:cs typeface="+mj-lt"/>
              </a:defRPr>
            </a:lvl5pPr>
            <a:lvl6pPr marL="0" indent="0" algn="l">
              <a:lnSpc>
                <a:spcPct val="110000"/>
              </a:lnSpc>
              <a:spcBef>
                <a:spcPts val="0"/>
              </a:spcBef>
              <a:spcAft>
                <a:spcPts val="0"/>
              </a:spcAft>
              <a:buNone/>
              <a:defRPr sz="3299" b="1">
                <a:solidFill>
                  <a:schemeClr val="tx1"/>
                </a:solidFill>
                <a:latin typeface="+mj-lt"/>
                <a:ea typeface="+mj-lt"/>
                <a:cs typeface="+mj-lt"/>
              </a:defRPr>
            </a:lvl6pPr>
            <a:lvl7pPr marL="0" indent="0" algn="l">
              <a:lnSpc>
                <a:spcPct val="110000"/>
              </a:lnSpc>
              <a:spcBef>
                <a:spcPts val="0"/>
              </a:spcBef>
              <a:spcAft>
                <a:spcPts val="0"/>
              </a:spcAft>
              <a:buNone/>
              <a:defRPr sz="3299" b="1">
                <a:solidFill>
                  <a:schemeClr val="tx1"/>
                </a:solidFill>
                <a:latin typeface="+mj-lt"/>
                <a:ea typeface="+mj-lt"/>
                <a:cs typeface="+mj-lt"/>
              </a:defRPr>
            </a:lvl7pPr>
            <a:lvl8pPr marL="0" indent="0" algn="l">
              <a:lnSpc>
                <a:spcPct val="110000"/>
              </a:lnSpc>
              <a:spcBef>
                <a:spcPts val="0"/>
              </a:spcBef>
              <a:spcAft>
                <a:spcPts val="0"/>
              </a:spcAft>
              <a:buNone/>
              <a:defRPr sz="3299" b="1">
                <a:solidFill>
                  <a:schemeClr val="tx1"/>
                </a:solidFill>
                <a:latin typeface="+mj-lt"/>
                <a:ea typeface="+mj-lt"/>
                <a:cs typeface="+mj-lt"/>
              </a:defRPr>
            </a:lvl8pPr>
            <a:lvl9pPr marL="0" indent="0" algn="l">
              <a:lnSpc>
                <a:spcPct val="110000"/>
              </a:lnSpc>
              <a:spcBef>
                <a:spcPts val="0"/>
              </a:spcBef>
              <a:spcAft>
                <a:spcPts val="0"/>
              </a:spcAft>
              <a:buNone/>
              <a:defRPr sz="3299"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415A33A4-9C85-4E4D-BE98-A5F914D07ACC}"/>
              </a:ext>
            </a:extLst>
          </p:cNvPr>
          <p:cNvSpPr>
            <a:spLocks noGrp="1"/>
          </p:cNvSpPr>
          <p:nvPr>
            <p:ph type="body" idx="1"/>
          </p:nvPr>
        </p:nvSpPr>
        <p:spPr>
          <a:xfrm>
            <a:off x="685629" y="1905000"/>
            <a:ext cx="10817695" cy="4267200"/>
          </a:xfrm>
          <a:prstGeom prst="rect">
            <a:avLst/>
          </a:prstGeom>
          <a:noFill/>
          <a:ln>
            <a:noFill/>
            <a:prstDash val="solid"/>
          </a:ln>
        </p:spPr>
        <p:txBody>
          <a:bodyPr wrap="square" lIns="0" tIns="0" rIns="0" bIns="0" anchor="t">
            <a:normAutofit/>
          </a:bodyPr>
          <a:lstStyle>
            <a:defPPr algn="l">
              <a:defRPr sz="2249" b="0">
                <a:solidFill>
                  <a:schemeClr val="tx1"/>
                </a:solidFill>
                <a:latin typeface="+mn-lt"/>
                <a:ea typeface="+mn-lt"/>
                <a:cs typeface="+mn-lt"/>
              </a:defRPr>
            </a:defPPr>
            <a:lvl1pPr marL="228543" indent="-228543" algn="l">
              <a:lnSpc>
                <a:spcPct val="110000"/>
              </a:lnSpc>
              <a:spcBef>
                <a:spcPts val="0"/>
              </a:spcBef>
              <a:spcAft>
                <a:spcPts val="1200"/>
              </a:spcAft>
              <a:buChar char="•"/>
              <a:defRPr sz="2249" b="0">
                <a:solidFill>
                  <a:schemeClr val="tx1"/>
                </a:solidFill>
                <a:latin typeface="+mn-lt"/>
                <a:ea typeface="+mn-lt"/>
                <a:cs typeface="+mn-lt"/>
              </a:defRPr>
            </a:lvl1pPr>
            <a:lvl2pPr marL="533267" indent="-228543" algn="l">
              <a:lnSpc>
                <a:spcPct val="110000"/>
              </a:lnSpc>
              <a:spcBef>
                <a:spcPts val="0"/>
              </a:spcBef>
              <a:spcAft>
                <a:spcPts val="1200"/>
              </a:spcAft>
              <a:buChar char="•"/>
              <a:defRPr sz="2249" b="0">
                <a:solidFill>
                  <a:schemeClr val="tx1"/>
                </a:solidFill>
                <a:latin typeface="+mn-lt"/>
                <a:ea typeface="+mn-lt"/>
                <a:cs typeface="+mn-lt"/>
              </a:defRPr>
            </a:lvl2pPr>
            <a:lvl3pPr marL="837990" indent="-228543" algn="l">
              <a:lnSpc>
                <a:spcPct val="110000"/>
              </a:lnSpc>
              <a:spcBef>
                <a:spcPts val="0"/>
              </a:spcBef>
              <a:spcAft>
                <a:spcPts val="1200"/>
              </a:spcAft>
              <a:buChar char="•"/>
              <a:defRPr sz="2249" b="0">
                <a:solidFill>
                  <a:schemeClr val="tx1"/>
                </a:solidFill>
                <a:latin typeface="+mn-lt"/>
                <a:ea typeface="+mn-lt"/>
                <a:cs typeface="+mn-lt"/>
              </a:defRPr>
            </a:lvl3pPr>
            <a:lvl4pPr marL="1142714" indent="-228543" algn="l">
              <a:lnSpc>
                <a:spcPct val="110000"/>
              </a:lnSpc>
              <a:spcBef>
                <a:spcPts val="0"/>
              </a:spcBef>
              <a:spcAft>
                <a:spcPts val="1200"/>
              </a:spcAft>
              <a:buChar char="•"/>
              <a:defRPr sz="2249" b="0">
                <a:solidFill>
                  <a:schemeClr val="tx1"/>
                </a:solidFill>
                <a:latin typeface="+mn-lt"/>
                <a:ea typeface="+mn-lt"/>
                <a:cs typeface="+mn-lt"/>
              </a:defRPr>
            </a:lvl4pPr>
            <a:lvl5pPr marL="1447438" indent="-228543" algn="l">
              <a:lnSpc>
                <a:spcPct val="110000"/>
              </a:lnSpc>
              <a:spcBef>
                <a:spcPts val="0"/>
              </a:spcBef>
              <a:spcAft>
                <a:spcPts val="1200"/>
              </a:spcAft>
              <a:buChar char="•"/>
              <a:defRPr sz="2249" b="0">
                <a:solidFill>
                  <a:schemeClr val="tx1"/>
                </a:solidFill>
                <a:latin typeface="+mn-lt"/>
                <a:ea typeface="+mn-lt"/>
                <a:cs typeface="+mn-lt"/>
              </a:defRPr>
            </a:lvl5pPr>
            <a:lvl6pPr marL="1752162" indent="-228543" algn="l">
              <a:lnSpc>
                <a:spcPct val="110000"/>
              </a:lnSpc>
              <a:spcBef>
                <a:spcPts val="0"/>
              </a:spcBef>
              <a:spcAft>
                <a:spcPts val="1200"/>
              </a:spcAft>
              <a:buChar char="•"/>
              <a:defRPr sz="2249" b="0">
                <a:solidFill>
                  <a:schemeClr val="tx1"/>
                </a:solidFill>
                <a:latin typeface="+mn-lt"/>
                <a:ea typeface="+mn-lt"/>
                <a:cs typeface="+mn-lt"/>
              </a:defRPr>
            </a:lvl6pPr>
            <a:lvl7pPr marL="2056886" indent="-228543" algn="l">
              <a:lnSpc>
                <a:spcPct val="110000"/>
              </a:lnSpc>
              <a:spcBef>
                <a:spcPts val="0"/>
              </a:spcBef>
              <a:spcAft>
                <a:spcPts val="1200"/>
              </a:spcAft>
              <a:buChar char="•"/>
              <a:defRPr sz="2249" b="0">
                <a:solidFill>
                  <a:schemeClr val="tx1"/>
                </a:solidFill>
                <a:latin typeface="+mn-lt"/>
                <a:ea typeface="+mn-lt"/>
                <a:cs typeface="+mn-lt"/>
              </a:defRPr>
            </a:lvl7pPr>
            <a:lvl8pPr marL="2361609" indent="-228543" algn="l">
              <a:lnSpc>
                <a:spcPct val="110000"/>
              </a:lnSpc>
              <a:spcBef>
                <a:spcPts val="0"/>
              </a:spcBef>
              <a:spcAft>
                <a:spcPts val="1200"/>
              </a:spcAft>
              <a:buChar char="•"/>
              <a:defRPr sz="2249" b="0">
                <a:solidFill>
                  <a:schemeClr val="tx1"/>
                </a:solidFill>
                <a:latin typeface="+mn-lt"/>
                <a:ea typeface="+mn-lt"/>
                <a:cs typeface="+mn-lt"/>
              </a:defRPr>
            </a:lvl8pPr>
            <a:lvl9pPr marL="2666333" indent="-228543" algn="l">
              <a:lnSpc>
                <a:spcPct val="110000"/>
              </a:lnSpc>
              <a:spcBef>
                <a:spcPts val="0"/>
              </a:spcBef>
              <a:spcAft>
                <a:spcPts val="1200"/>
              </a:spcAft>
              <a:buChar char="•"/>
              <a:defRPr sz="2249"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D9A02CC4-68CA-4664-B776-D9F3B4BCCFFF}"/>
              </a:ext>
            </a:extLst>
          </p:cNvPr>
          <p:cNvSpPr>
            <a:spLocks noGrp="1"/>
          </p:cNvSpPr>
          <p:nvPr>
            <p:ph type="title"/>
          </p:nvPr>
        </p:nvSpPr>
        <p:spPr>
          <a:xfrm>
            <a:off x="685629" y="533400"/>
            <a:ext cx="10817695" cy="838200"/>
          </a:xfrm>
          <a:prstGeom prst="rect">
            <a:avLst/>
          </a:prstGeom>
          <a:noFill/>
          <a:ln>
            <a:noFill/>
            <a:prstDash val="solid"/>
          </a:ln>
        </p:spPr>
        <p:txBody>
          <a:bodyPr wrap="square" lIns="0" tIns="0" rIns="0" bIns="0" anchor="t">
            <a:normAutofit/>
          </a:bodyPr>
          <a:lstStyle>
            <a:defPPr algn="l">
              <a:defRPr sz="3299" b="1">
                <a:solidFill>
                  <a:schemeClr val="tx1"/>
                </a:solidFill>
                <a:latin typeface="+mj-lt"/>
                <a:ea typeface="+mj-lt"/>
                <a:cs typeface="+mj-lt"/>
              </a:defRPr>
            </a:defPPr>
            <a:lvl1pPr marL="0" indent="0" algn="l">
              <a:lnSpc>
                <a:spcPct val="110000"/>
              </a:lnSpc>
              <a:spcBef>
                <a:spcPts val="0"/>
              </a:spcBef>
              <a:spcAft>
                <a:spcPts val="0"/>
              </a:spcAft>
              <a:buNone/>
              <a:defRPr sz="3299" b="1">
                <a:solidFill>
                  <a:schemeClr val="tx1"/>
                </a:solidFill>
                <a:latin typeface="+mj-lt"/>
                <a:ea typeface="+mj-lt"/>
                <a:cs typeface="+mj-lt"/>
              </a:defRPr>
            </a:lvl1pPr>
            <a:lvl2pPr marL="0" indent="0" algn="l">
              <a:lnSpc>
                <a:spcPct val="110000"/>
              </a:lnSpc>
              <a:spcBef>
                <a:spcPts val="0"/>
              </a:spcBef>
              <a:spcAft>
                <a:spcPts val="0"/>
              </a:spcAft>
              <a:buNone/>
              <a:defRPr sz="3299" b="1">
                <a:solidFill>
                  <a:schemeClr val="tx1"/>
                </a:solidFill>
                <a:latin typeface="+mj-lt"/>
                <a:ea typeface="+mj-lt"/>
                <a:cs typeface="+mj-lt"/>
              </a:defRPr>
            </a:lvl2pPr>
            <a:lvl3pPr marL="0" indent="0" algn="l">
              <a:lnSpc>
                <a:spcPct val="110000"/>
              </a:lnSpc>
              <a:spcBef>
                <a:spcPts val="0"/>
              </a:spcBef>
              <a:spcAft>
                <a:spcPts val="0"/>
              </a:spcAft>
              <a:buNone/>
              <a:defRPr sz="3299" b="1">
                <a:solidFill>
                  <a:schemeClr val="tx1"/>
                </a:solidFill>
                <a:latin typeface="+mj-lt"/>
                <a:ea typeface="+mj-lt"/>
                <a:cs typeface="+mj-lt"/>
              </a:defRPr>
            </a:lvl3pPr>
            <a:lvl4pPr marL="0" indent="0" algn="l">
              <a:lnSpc>
                <a:spcPct val="110000"/>
              </a:lnSpc>
              <a:spcBef>
                <a:spcPts val="0"/>
              </a:spcBef>
              <a:spcAft>
                <a:spcPts val="0"/>
              </a:spcAft>
              <a:buNone/>
              <a:defRPr sz="3299" b="1">
                <a:solidFill>
                  <a:schemeClr val="tx1"/>
                </a:solidFill>
                <a:latin typeface="+mj-lt"/>
                <a:ea typeface="+mj-lt"/>
                <a:cs typeface="+mj-lt"/>
              </a:defRPr>
            </a:lvl4pPr>
            <a:lvl5pPr marL="0" indent="0" algn="l">
              <a:lnSpc>
                <a:spcPct val="110000"/>
              </a:lnSpc>
              <a:spcBef>
                <a:spcPts val="0"/>
              </a:spcBef>
              <a:spcAft>
                <a:spcPts val="0"/>
              </a:spcAft>
              <a:buNone/>
              <a:defRPr sz="3299" b="1">
                <a:solidFill>
                  <a:schemeClr val="tx1"/>
                </a:solidFill>
                <a:latin typeface="+mj-lt"/>
                <a:ea typeface="+mj-lt"/>
                <a:cs typeface="+mj-lt"/>
              </a:defRPr>
            </a:lvl5pPr>
            <a:lvl6pPr marL="0" indent="0" algn="l">
              <a:lnSpc>
                <a:spcPct val="110000"/>
              </a:lnSpc>
              <a:spcBef>
                <a:spcPts val="0"/>
              </a:spcBef>
              <a:spcAft>
                <a:spcPts val="0"/>
              </a:spcAft>
              <a:buNone/>
              <a:defRPr sz="3299" b="1">
                <a:solidFill>
                  <a:schemeClr val="tx1"/>
                </a:solidFill>
                <a:latin typeface="+mj-lt"/>
                <a:ea typeface="+mj-lt"/>
                <a:cs typeface="+mj-lt"/>
              </a:defRPr>
            </a:lvl6pPr>
            <a:lvl7pPr marL="0" indent="0" algn="l">
              <a:lnSpc>
                <a:spcPct val="110000"/>
              </a:lnSpc>
              <a:spcBef>
                <a:spcPts val="0"/>
              </a:spcBef>
              <a:spcAft>
                <a:spcPts val="0"/>
              </a:spcAft>
              <a:buNone/>
              <a:defRPr sz="3299" b="1">
                <a:solidFill>
                  <a:schemeClr val="tx1"/>
                </a:solidFill>
                <a:latin typeface="+mj-lt"/>
                <a:ea typeface="+mj-lt"/>
                <a:cs typeface="+mj-lt"/>
              </a:defRPr>
            </a:lvl7pPr>
            <a:lvl8pPr marL="0" indent="0" algn="l">
              <a:lnSpc>
                <a:spcPct val="110000"/>
              </a:lnSpc>
              <a:spcBef>
                <a:spcPts val="0"/>
              </a:spcBef>
              <a:spcAft>
                <a:spcPts val="0"/>
              </a:spcAft>
              <a:buNone/>
              <a:defRPr sz="3299" b="1">
                <a:solidFill>
                  <a:schemeClr val="tx1"/>
                </a:solidFill>
                <a:latin typeface="+mj-lt"/>
                <a:ea typeface="+mj-lt"/>
                <a:cs typeface="+mj-lt"/>
              </a:defRPr>
            </a:lvl8pPr>
            <a:lvl9pPr marL="0" indent="0" algn="l">
              <a:lnSpc>
                <a:spcPct val="110000"/>
              </a:lnSpc>
              <a:spcBef>
                <a:spcPts val="0"/>
              </a:spcBef>
              <a:spcAft>
                <a:spcPts val="0"/>
              </a:spcAft>
              <a:buNone/>
              <a:defRPr sz="3299"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EB0A2BEE-EC7B-4CC8-8326-89BFC12799A6}"/>
              </a:ext>
            </a:extLst>
          </p:cNvPr>
          <p:cNvSpPr>
            <a:spLocks noGrp="1"/>
          </p:cNvSpPr>
          <p:nvPr>
            <p:ph type="body" idx="1"/>
          </p:nvPr>
        </p:nvSpPr>
        <p:spPr>
          <a:xfrm>
            <a:off x="685629" y="1905000"/>
            <a:ext cx="5027943" cy="4267200"/>
          </a:xfrm>
          <a:prstGeom prst="rect">
            <a:avLst/>
          </a:prstGeom>
          <a:noFill/>
          <a:ln>
            <a:noFill/>
            <a:prstDash val="solid"/>
          </a:ln>
        </p:spPr>
        <p:txBody>
          <a:bodyPr wrap="square" lIns="0" tIns="0" rIns="0" bIns="0" anchor="t">
            <a:normAutofit/>
          </a:bodyPr>
          <a:lstStyle>
            <a:defPPr algn="l">
              <a:defRPr sz="2099" b="0">
                <a:solidFill>
                  <a:schemeClr val="tx1"/>
                </a:solidFill>
                <a:latin typeface="+mn-lt"/>
                <a:ea typeface="+mn-lt"/>
                <a:cs typeface="+mn-lt"/>
              </a:defRPr>
            </a:defPPr>
            <a:lvl1pPr marL="228543" indent="-228543" algn="l">
              <a:lnSpc>
                <a:spcPct val="110000"/>
              </a:lnSpc>
              <a:spcBef>
                <a:spcPts val="0"/>
              </a:spcBef>
              <a:spcAft>
                <a:spcPts val="1200"/>
              </a:spcAft>
              <a:buChar char="•"/>
              <a:defRPr sz="2099" b="0">
                <a:solidFill>
                  <a:schemeClr val="tx1"/>
                </a:solidFill>
                <a:latin typeface="+mn-lt"/>
                <a:ea typeface="+mn-lt"/>
                <a:cs typeface="+mn-lt"/>
              </a:defRPr>
            </a:lvl1pPr>
            <a:lvl2pPr marL="533267" indent="-228543" algn="l">
              <a:lnSpc>
                <a:spcPct val="110000"/>
              </a:lnSpc>
              <a:spcBef>
                <a:spcPts val="0"/>
              </a:spcBef>
              <a:spcAft>
                <a:spcPts val="1200"/>
              </a:spcAft>
              <a:buChar char="•"/>
              <a:defRPr sz="2099" b="0">
                <a:solidFill>
                  <a:schemeClr val="tx1"/>
                </a:solidFill>
                <a:latin typeface="+mn-lt"/>
                <a:ea typeface="+mn-lt"/>
                <a:cs typeface="+mn-lt"/>
              </a:defRPr>
            </a:lvl2pPr>
            <a:lvl3pPr marL="837990" indent="-228543" algn="l">
              <a:lnSpc>
                <a:spcPct val="110000"/>
              </a:lnSpc>
              <a:spcBef>
                <a:spcPts val="0"/>
              </a:spcBef>
              <a:spcAft>
                <a:spcPts val="1200"/>
              </a:spcAft>
              <a:buChar char="•"/>
              <a:defRPr sz="2099" b="0">
                <a:solidFill>
                  <a:schemeClr val="tx1"/>
                </a:solidFill>
                <a:latin typeface="+mn-lt"/>
                <a:ea typeface="+mn-lt"/>
                <a:cs typeface="+mn-lt"/>
              </a:defRPr>
            </a:lvl3pPr>
            <a:lvl4pPr marL="1142714" indent="-228543" algn="l">
              <a:lnSpc>
                <a:spcPct val="110000"/>
              </a:lnSpc>
              <a:spcBef>
                <a:spcPts val="0"/>
              </a:spcBef>
              <a:spcAft>
                <a:spcPts val="1200"/>
              </a:spcAft>
              <a:buChar char="•"/>
              <a:defRPr sz="2099" b="0">
                <a:solidFill>
                  <a:schemeClr val="tx1"/>
                </a:solidFill>
                <a:latin typeface="+mn-lt"/>
                <a:ea typeface="+mn-lt"/>
                <a:cs typeface="+mn-lt"/>
              </a:defRPr>
            </a:lvl4pPr>
            <a:lvl5pPr marL="1447438" indent="-228543" algn="l">
              <a:lnSpc>
                <a:spcPct val="110000"/>
              </a:lnSpc>
              <a:spcBef>
                <a:spcPts val="0"/>
              </a:spcBef>
              <a:spcAft>
                <a:spcPts val="1200"/>
              </a:spcAft>
              <a:buChar char="•"/>
              <a:defRPr sz="2099" b="0">
                <a:solidFill>
                  <a:schemeClr val="tx1"/>
                </a:solidFill>
                <a:latin typeface="+mn-lt"/>
                <a:ea typeface="+mn-lt"/>
                <a:cs typeface="+mn-lt"/>
              </a:defRPr>
            </a:lvl5pPr>
            <a:lvl6pPr marL="1752162" indent="-228543" algn="l">
              <a:lnSpc>
                <a:spcPct val="110000"/>
              </a:lnSpc>
              <a:spcBef>
                <a:spcPts val="0"/>
              </a:spcBef>
              <a:spcAft>
                <a:spcPts val="1200"/>
              </a:spcAft>
              <a:buChar char="•"/>
              <a:defRPr sz="2099" b="0">
                <a:solidFill>
                  <a:schemeClr val="tx1"/>
                </a:solidFill>
                <a:latin typeface="+mn-lt"/>
                <a:ea typeface="+mn-lt"/>
                <a:cs typeface="+mn-lt"/>
              </a:defRPr>
            </a:lvl6pPr>
            <a:lvl7pPr marL="2056886" indent="-228543" algn="l">
              <a:lnSpc>
                <a:spcPct val="110000"/>
              </a:lnSpc>
              <a:spcBef>
                <a:spcPts val="0"/>
              </a:spcBef>
              <a:spcAft>
                <a:spcPts val="1200"/>
              </a:spcAft>
              <a:buChar char="•"/>
              <a:defRPr sz="2099" b="0">
                <a:solidFill>
                  <a:schemeClr val="tx1"/>
                </a:solidFill>
                <a:latin typeface="+mn-lt"/>
                <a:ea typeface="+mn-lt"/>
                <a:cs typeface="+mn-lt"/>
              </a:defRPr>
            </a:lvl7pPr>
            <a:lvl8pPr marL="2361609" indent="-228543" algn="l">
              <a:lnSpc>
                <a:spcPct val="110000"/>
              </a:lnSpc>
              <a:spcBef>
                <a:spcPts val="0"/>
              </a:spcBef>
              <a:spcAft>
                <a:spcPts val="1200"/>
              </a:spcAft>
              <a:buChar char="•"/>
              <a:defRPr sz="2099" b="0">
                <a:solidFill>
                  <a:schemeClr val="tx1"/>
                </a:solidFill>
                <a:latin typeface="+mn-lt"/>
                <a:ea typeface="+mn-lt"/>
                <a:cs typeface="+mn-lt"/>
              </a:defRPr>
            </a:lvl8pPr>
            <a:lvl9pPr marL="2666333" indent="-228543" algn="l">
              <a:lnSpc>
                <a:spcPct val="110000"/>
              </a:lnSpc>
              <a:spcBef>
                <a:spcPts val="0"/>
              </a:spcBef>
              <a:spcAft>
                <a:spcPts val="1200"/>
              </a:spcAft>
              <a:buChar char="•"/>
              <a:defRPr sz="2099"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A86BA431-7EF5-4AFB-B464-EDB744B190AF}"/>
              </a:ext>
            </a:extLst>
          </p:cNvPr>
          <p:cNvSpPr>
            <a:spLocks noGrp="1"/>
          </p:cNvSpPr>
          <p:nvPr>
            <p:ph type="body" idx="2"/>
          </p:nvPr>
        </p:nvSpPr>
        <p:spPr>
          <a:xfrm>
            <a:off x="6475381" y="1905000"/>
            <a:ext cx="5027943" cy="4267200"/>
          </a:xfrm>
          <a:prstGeom prst="rect">
            <a:avLst/>
          </a:prstGeom>
          <a:noFill/>
          <a:ln>
            <a:noFill/>
            <a:prstDash val="solid"/>
          </a:ln>
        </p:spPr>
        <p:txBody>
          <a:bodyPr wrap="square" lIns="0" tIns="0" rIns="0" bIns="0" anchor="t">
            <a:normAutofit/>
          </a:bodyPr>
          <a:lstStyle>
            <a:defPPr algn="l">
              <a:defRPr sz="2099" b="0">
                <a:solidFill>
                  <a:schemeClr val="tx1"/>
                </a:solidFill>
                <a:latin typeface="+mn-lt"/>
                <a:ea typeface="+mn-lt"/>
                <a:cs typeface="+mn-lt"/>
              </a:defRPr>
            </a:defPPr>
            <a:lvl1pPr marL="228543" indent="-228543" algn="l">
              <a:lnSpc>
                <a:spcPct val="110000"/>
              </a:lnSpc>
              <a:spcBef>
                <a:spcPts val="0"/>
              </a:spcBef>
              <a:spcAft>
                <a:spcPts val="1200"/>
              </a:spcAft>
              <a:buChar char="•"/>
              <a:defRPr sz="2099" b="0">
                <a:solidFill>
                  <a:schemeClr val="tx1"/>
                </a:solidFill>
                <a:latin typeface="+mn-lt"/>
                <a:ea typeface="+mn-lt"/>
                <a:cs typeface="+mn-lt"/>
              </a:defRPr>
            </a:lvl1pPr>
            <a:lvl2pPr marL="533267" indent="-228543" algn="l">
              <a:lnSpc>
                <a:spcPct val="110000"/>
              </a:lnSpc>
              <a:spcBef>
                <a:spcPts val="0"/>
              </a:spcBef>
              <a:spcAft>
                <a:spcPts val="1200"/>
              </a:spcAft>
              <a:buChar char="•"/>
              <a:defRPr sz="2099" b="0">
                <a:solidFill>
                  <a:schemeClr val="tx1"/>
                </a:solidFill>
                <a:latin typeface="+mn-lt"/>
                <a:ea typeface="+mn-lt"/>
                <a:cs typeface="+mn-lt"/>
              </a:defRPr>
            </a:lvl2pPr>
            <a:lvl3pPr marL="837990" indent="-228543" algn="l">
              <a:lnSpc>
                <a:spcPct val="110000"/>
              </a:lnSpc>
              <a:spcBef>
                <a:spcPts val="0"/>
              </a:spcBef>
              <a:spcAft>
                <a:spcPts val="1200"/>
              </a:spcAft>
              <a:buChar char="•"/>
              <a:defRPr sz="2099" b="0">
                <a:solidFill>
                  <a:schemeClr val="tx1"/>
                </a:solidFill>
                <a:latin typeface="+mn-lt"/>
                <a:ea typeface="+mn-lt"/>
                <a:cs typeface="+mn-lt"/>
              </a:defRPr>
            </a:lvl3pPr>
            <a:lvl4pPr marL="1142714" indent="-228543" algn="l">
              <a:lnSpc>
                <a:spcPct val="110000"/>
              </a:lnSpc>
              <a:spcBef>
                <a:spcPts val="0"/>
              </a:spcBef>
              <a:spcAft>
                <a:spcPts val="1200"/>
              </a:spcAft>
              <a:buChar char="•"/>
              <a:defRPr sz="2099" b="0">
                <a:solidFill>
                  <a:schemeClr val="tx1"/>
                </a:solidFill>
                <a:latin typeface="+mn-lt"/>
                <a:ea typeface="+mn-lt"/>
                <a:cs typeface="+mn-lt"/>
              </a:defRPr>
            </a:lvl4pPr>
            <a:lvl5pPr marL="1447438" indent="-228543" algn="l">
              <a:lnSpc>
                <a:spcPct val="110000"/>
              </a:lnSpc>
              <a:spcBef>
                <a:spcPts val="0"/>
              </a:spcBef>
              <a:spcAft>
                <a:spcPts val="1200"/>
              </a:spcAft>
              <a:buChar char="•"/>
              <a:defRPr sz="2099" b="0">
                <a:solidFill>
                  <a:schemeClr val="tx1"/>
                </a:solidFill>
                <a:latin typeface="+mn-lt"/>
                <a:ea typeface="+mn-lt"/>
                <a:cs typeface="+mn-lt"/>
              </a:defRPr>
            </a:lvl5pPr>
            <a:lvl6pPr marL="1752162" indent="-228543" algn="l">
              <a:lnSpc>
                <a:spcPct val="110000"/>
              </a:lnSpc>
              <a:spcBef>
                <a:spcPts val="0"/>
              </a:spcBef>
              <a:spcAft>
                <a:spcPts val="1200"/>
              </a:spcAft>
              <a:buChar char="•"/>
              <a:defRPr sz="2099" b="0">
                <a:solidFill>
                  <a:schemeClr val="tx1"/>
                </a:solidFill>
                <a:latin typeface="+mn-lt"/>
                <a:ea typeface="+mn-lt"/>
                <a:cs typeface="+mn-lt"/>
              </a:defRPr>
            </a:lvl6pPr>
            <a:lvl7pPr marL="2056886" indent="-228543" algn="l">
              <a:lnSpc>
                <a:spcPct val="110000"/>
              </a:lnSpc>
              <a:spcBef>
                <a:spcPts val="0"/>
              </a:spcBef>
              <a:spcAft>
                <a:spcPts val="1200"/>
              </a:spcAft>
              <a:buChar char="•"/>
              <a:defRPr sz="2099" b="0">
                <a:solidFill>
                  <a:schemeClr val="tx1"/>
                </a:solidFill>
                <a:latin typeface="+mn-lt"/>
                <a:ea typeface="+mn-lt"/>
                <a:cs typeface="+mn-lt"/>
              </a:defRPr>
            </a:lvl7pPr>
            <a:lvl8pPr marL="2361609" indent="-228543" algn="l">
              <a:lnSpc>
                <a:spcPct val="110000"/>
              </a:lnSpc>
              <a:spcBef>
                <a:spcPts val="0"/>
              </a:spcBef>
              <a:spcAft>
                <a:spcPts val="1200"/>
              </a:spcAft>
              <a:buChar char="•"/>
              <a:defRPr sz="2099" b="0">
                <a:solidFill>
                  <a:schemeClr val="tx1"/>
                </a:solidFill>
                <a:latin typeface="+mn-lt"/>
                <a:ea typeface="+mn-lt"/>
                <a:cs typeface="+mn-lt"/>
              </a:defRPr>
            </a:lvl8pPr>
            <a:lvl9pPr marL="2666333" indent="-228543" algn="l">
              <a:lnSpc>
                <a:spcPct val="110000"/>
              </a:lnSpc>
              <a:spcBef>
                <a:spcPts val="0"/>
              </a:spcBef>
              <a:spcAft>
                <a:spcPts val="1200"/>
              </a:spcAft>
              <a:buChar char="•"/>
              <a:defRPr sz="2099"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B7CC2CEE-4013-43BB-827F-817FF3EF10C6}"/>
              </a:ext>
            </a:extLst>
          </p:cNvPr>
          <p:cNvSpPr>
            <a:spLocks noGrp="1"/>
          </p:cNvSpPr>
          <p:nvPr>
            <p:ph type="title"/>
          </p:nvPr>
        </p:nvSpPr>
        <p:spPr>
          <a:xfrm>
            <a:off x="685629" y="533400"/>
            <a:ext cx="10817695" cy="838200"/>
          </a:xfrm>
          <a:prstGeom prst="rect">
            <a:avLst/>
          </a:prstGeom>
          <a:noFill/>
          <a:ln>
            <a:noFill/>
            <a:prstDash val="solid"/>
          </a:ln>
        </p:spPr>
        <p:txBody>
          <a:bodyPr wrap="square" lIns="0" tIns="0" rIns="0" bIns="0" anchor="t">
            <a:normAutofit/>
          </a:bodyPr>
          <a:lstStyle>
            <a:defPPr algn="l">
              <a:defRPr sz="3299" b="1">
                <a:solidFill>
                  <a:schemeClr val="tx1"/>
                </a:solidFill>
                <a:latin typeface="+mj-lt"/>
                <a:ea typeface="+mj-lt"/>
                <a:cs typeface="+mj-lt"/>
              </a:defRPr>
            </a:defPPr>
            <a:lvl1pPr marL="0" indent="0" algn="l">
              <a:lnSpc>
                <a:spcPct val="110000"/>
              </a:lnSpc>
              <a:spcBef>
                <a:spcPts val="0"/>
              </a:spcBef>
              <a:spcAft>
                <a:spcPts val="0"/>
              </a:spcAft>
              <a:buNone/>
              <a:defRPr sz="3299" b="1">
                <a:solidFill>
                  <a:schemeClr val="tx1"/>
                </a:solidFill>
                <a:latin typeface="+mj-lt"/>
                <a:ea typeface="+mj-lt"/>
                <a:cs typeface="+mj-lt"/>
              </a:defRPr>
            </a:lvl1pPr>
            <a:lvl2pPr marL="0" indent="0" algn="l">
              <a:lnSpc>
                <a:spcPct val="110000"/>
              </a:lnSpc>
              <a:spcBef>
                <a:spcPts val="0"/>
              </a:spcBef>
              <a:spcAft>
                <a:spcPts val="0"/>
              </a:spcAft>
              <a:buNone/>
              <a:defRPr sz="3299" b="1">
                <a:solidFill>
                  <a:schemeClr val="tx1"/>
                </a:solidFill>
                <a:latin typeface="+mj-lt"/>
                <a:ea typeface="+mj-lt"/>
                <a:cs typeface="+mj-lt"/>
              </a:defRPr>
            </a:lvl2pPr>
            <a:lvl3pPr marL="0" indent="0" algn="l">
              <a:lnSpc>
                <a:spcPct val="110000"/>
              </a:lnSpc>
              <a:spcBef>
                <a:spcPts val="0"/>
              </a:spcBef>
              <a:spcAft>
                <a:spcPts val="0"/>
              </a:spcAft>
              <a:buNone/>
              <a:defRPr sz="3299" b="1">
                <a:solidFill>
                  <a:schemeClr val="tx1"/>
                </a:solidFill>
                <a:latin typeface="+mj-lt"/>
                <a:ea typeface="+mj-lt"/>
                <a:cs typeface="+mj-lt"/>
              </a:defRPr>
            </a:lvl3pPr>
            <a:lvl4pPr marL="0" indent="0" algn="l">
              <a:lnSpc>
                <a:spcPct val="110000"/>
              </a:lnSpc>
              <a:spcBef>
                <a:spcPts val="0"/>
              </a:spcBef>
              <a:spcAft>
                <a:spcPts val="0"/>
              </a:spcAft>
              <a:buNone/>
              <a:defRPr sz="3299" b="1">
                <a:solidFill>
                  <a:schemeClr val="tx1"/>
                </a:solidFill>
                <a:latin typeface="+mj-lt"/>
                <a:ea typeface="+mj-lt"/>
                <a:cs typeface="+mj-lt"/>
              </a:defRPr>
            </a:lvl4pPr>
            <a:lvl5pPr marL="0" indent="0" algn="l">
              <a:lnSpc>
                <a:spcPct val="110000"/>
              </a:lnSpc>
              <a:spcBef>
                <a:spcPts val="0"/>
              </a:spcBef>
              <a:spcAft>
                <a:spcPts val="0"/>
              </a:spcAft>
              <a:buNone/>
              <a:defRPr sz="3299" b="1">
                <a:solidFill>
                  <a:schemeClr val="tx1"/>
                </a:solidFill>
                <a:latin typeface="+mj-lt"/>
                <a:ea typeface="+mj-lt"/>
                <a:cs typeface="+mj-lt"/>
              </a:defRPr>
            </a:lvl5pPr>
            <a:lvl6pPr marL="0" indent="0" algn="l">
              <a:lnSpc>
                <a:spcPct val="110000"/>
              </a:lnSpc>
              <a:spcBef>
                <a:spcPts val="0"/>
              </a:spcBef>
              <a:spcAft>
                <a:spcPts val="0"/>
              </a:spcAft>
              <a:buNone/>
              <a:defRPr sz="3299" b="1">
                <a:solidFill>
                  <a:schemeClr val="tx1"/>
                </a:solidFill>
                <a:latin typeface="+mj-lt"/>
                <a:ea typeface="+mj-lt"/>
                <a:cs typeface="+mj-lt"/>
              </a:defRPr>
            </a:lvl6pPr>
            <a:lvl7pPr marL="0" indent="0" algn="l">
              <a:lnSpc>
                <a:spcPct val="110000"/>
              </a:lnSpc>
              <a:spcBef>
                <a:spcPts val="0"/>
              </a:spcBef>
              <a:spcAft>
                <a:spcPts val="0"/>
              </a:spcAft>
              <a:buNone/>
              <a:defRPr sz="3299" b="1">
                <a:solidFill>
                  <a:schemeClr val="tx1"/>
                </a:solidFill>
                <a:latin typeface="+mj-lt"/>
                <a:ea typeface="+mj-lt"/>
                <a:cs typeface="+mj-lt"/>
              </a:defRPr>
            </a:lvl7pPr>
            <a:lvl8pPr marL="0" indent="0" algn="l">
              <a:lnSpc>
                <a:spcPct val="110000"/>
              </a:lnSpc>
              <a:spcBef>
                <a:spcPts val="0"/>
              </a:spcBef>
              <a:spcAft>
                <a:spcPts val="0"/>
              </a:spcAft>
              <a:buNone/>
              <a:defRPr sz="3299" b="1">
                <a:solidFill>
                  <a:schemeClr val="tx1"/>
                </a:solidFill>
                <a:latin typeface="+mj-lt"/>
                <a:ea typeface="+mj-lt"/>
                <a:cs typeface="+mj-lt"/>
              </a:defRPr>
            </a:lvl8pPr>
            <a:lvl9pPr marL="0" indent="0" algn="l">
              <a:lnSpc>
                <a:spcPct val="110000"/>
              </a:lnSpc>
              <a:spcBef>
                <a:spcPts val="0"/>
              </a:spcBef>
              <a:spcAft>
                <a:spcPts val="0"/>
              </a:spcAft>
              <a:buNone/>
              <a:defRPr sz="3299"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7C8E53C1-7919-46F9-8E64-47049142A0E4}"/>
              </a:ext>
            </a:extLst>
          </p:cNvPr>
          <p:cNvSpPr>
            <a:spLocks noGrp="1"/>
          </p:cNvSpPr>
          <p:nvPr>
            <p:ph type="body" idx="1"/>
          </p:nvPr>
        </p:nvSpPr>
        <p:spPr>
          <a:xfrm>
            <a:off x="685629" y="1905000"/>
            <a:ext cx="5027943" cy="4267200"/>
          </a:xfrm>
          <a:prstGeom prst="rect">
            <a:avLst/>
          </a:prstGeom>
          <a:noFill/>
          <a:ln>
            <a:noFill/>
            <a:prstDash val="solid"/>
          </a:ln>
        </p:spPr>
        <p:txBody>
          <a:bodyPr wrap="square" lIns="0" tIns="0" rIns="0" bIns="0" anchor="t">
            <a:normAutofit/>
          </a:bodyPr>
          <a:lstStyle>
            <a:defPPr algn="l">
              <a:defRPr sz="2249" b="0">
                <a:solidFill>
                  <a:schemeClr val="tx1"/>
                </a:solidFill>
                <a:latin typeface="+mn-lt"/>
                <a:ea typeface="+mn-lt"/>
                <a:cs typeface="+mn-lt"/>
              </a:defRPr>
            </a:defPPr>
            <a:lvl1pPr marL="228543" indent="-228543" algn="l">
              <a:lnSpc>
                <a:spcPct val="110000"/>
              </a:lnSpc>
              <a:spcBef>
                <a:spcPts val="0"/>
              </a:spcBef>
              <a:spcAft>
                <a:spcPts val="1200"/>
              </a:spcAft>
              <a:buChar char="•"/>
              <a:defRPr sz="2249" b="0">
                <a:solidFill>
                  <a:schemeClr val="tx1"/>
                </a:solidFill>
                <a:latin typeface="+mn-lt"/>
                <a:ea typeface="+mn-lt"/>
                <a:cs typeface="+mn-lt"/>
              </a:defRPr>
            </a:lvl1pPr>
            <a:lvl2pPr marL="533267" indent="-228543" algn="l">
              <a:lnSpc>
                <a:spcPct val="110000"/>
              </a:lnSpc>
              <a:spcBef>
                <a:spcPts val="0"/>
              </a:spcBef>
              <a:spcAft>
                <a:spcPts val="1200"/>
              </a:spcAft>
              <a:buChar char="•"/>
              <a:defRPr sz="2249" b="0">
                <a:solidFill>
                  <a:schemeClr val="tx1"/>
                </a:solidFill>
                <a:latin typeface="+mn-lt"/>
                <a:ea typeface="+mn-lt"/>
                <a:cs typeface="+mn-lt"/>
              </a:defRPr>
            </a:lvl2pPr>
            <a:lvl3pPr marL="837990" indent="-228543" algn="l">
              <a:lnSpc>
                <a:spcPct val="110000"/>
              </a:lnSpc>
              <a:spcBef>
                <a:spcPts val="0"/>
              </a:spcBef>
              <a:spcAft>
                <a:spcPts val="1200"/>
              </a:spcAft>
              <a:buChar char="•"/>
              <a:defRPr sz="2249" b="0">
                <a:solidFill>
                  <a:schemeClr val="tx1"/>
                </a:solidFill>
                <a:latin typeface="+mn-lt"/>
                <a:ea typeface="+mn-lt"/>
                <a:cs typeface="+mn-lt"/>
              </a:defRPr>
            </a:lvl3pPr>
            <a:lvl4pPr marL="1142714" indent="-228543" algn="l">
              <a:lnSpc>
                <a:spcPct val="110000"/>
              </a:lnSpc>
              <a:spcBef>
                <a:spcPts val="0"/>
              </a:spcBef>
              <a:spcAft>
                <a:spcPts val="1200"/>
              </a:spcAft>
              <a:buChar char="•"/>
              <a:defRPr sz="2249" b="0">
                <a:solidFill>
                  <a:schemeClr val="tx1"/>
                </a:solidFill>
                <a:latin typeface="+mn-lt"/>
                <a:ea typeface="+mn-lt"/>
                <a:cs typeface="+mn-lt"/>
              </a:defRPr>
            </a:lvl4pPr>
            <a:lvl5pPr marL="1447438" indent="-228543" algn="l">
              <a:lnSpc>
                <a:spcPct val="110000"/>
              </a:lnSpc>
              <a:spcBef>
                <a:spcPts val="0"/>
              </a:spcBef>
              <a:spcAft>
                <a:spcPts val="1200"/>
              </a:spcAft>
              <a:buChar char="•"/>
              <a:defRPr sz="2249" b="0">
                <a:solidFill>
                  <a:schemeClr val="tx1"/>
                </a:solidFill>
                <a:latin typeface="+mn-lt"/>
                <a:ea typeface="+mn-lt"/>
                <a:cs typeface="+mn-lt"/>
              </a:defRPr>
            </a:lvl5pPr>
            <a:lvl6pPr marL="1752162" indent="-228543" algn="l">
              <a:lnSpc>
                <a:spcPct val="110000"/>
              </a:lnSpc>
              <a:spcBef>
                <a:spcPts val="0"/>
              </a:spcBef>
              <a:spcAft>
                <a:spcPts val="1200"/>
              </a:spcAft>
              <a:buChar char="•"/>
              <a:defRPr sz="2249" b="0">
                <a:solidFill>
                  <a:schemeClr val="tx1"/>
                </a:solidFill>
                <a:latin typeface="+mn-lt"/>
                <a:ea typeface="+mn-lt"/>
                <a:cs typeface="+mn-lt"/>
              </a:defRPr>
            </a:lvl6pPr>
            <a:lvl7pPr marL="2056886" indent="-228543" algn="l">
              <a:lnSpc>
                <a:spcPct val="110000"/>
              </a:lnSpc>
              <a:spcBef>
                <a:spcPts val="0"/>
              </a:spcBef>
              <a:spcAft>
                <a:spcPts val="1200"/>
              </a:spcAft>
              <a:buChar char="•"/>
              <a:defRPr sz="2249" b="0">
                <a:solidFill>
                  <a:schemeClr val="tx1"/>
                </a:solidFill>
                <a:latin typeface="+mn-lt"/>
                <a:ea typeface="+mn-lt"/>
                <a:cs typeface="+mn-lt"/>
              </a:defRPr>
            </a:lvl7pPr>
            <a:lvl8pPr marL="2361609" indent="-228543" algn="l">
              <a:lnSpc>
                <a:spcPct val="110000"/>
              </a:lnSpc>
              <a:spcBef>
                <a:spcPts val="0"/>
              </a:spcBef>
              <a:spcAft>
                <a:spcPts val="1200"/>
              </a:spcAft>
              <a:buChar char="•"/>
              <a:defRPr sz="2249" b="0">
                <a:solidFill>
                  <a:schemeClr val="tx1"/>
                </a:solidFill>
                <a:latin typeface="+mn-lt"/>
                <a:ea typeface="+mn-lt"/>
                <a:cs typeface="+mn-lt"/>
              </a:defRPr>
            </a:lvl8pPr>
            <a:lvl9pPr marL="2666333" indent="-228543" algn="l">
              <a:lnSpc>
                <a:spcPct val="110000"/>
              </a:lnSpc>
              <a:spcBef>
                <a:spcPts val="0"/>
              </a:spcBef>
              <a:spcAft>
                <a:spcPts val="1200"/>
              </a:spcAft>
              <a:buChar char="•"/>
              <a:defRPr sz="2249"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CFBF8"/>
        </a:solidFill>
        <a:effectLst/>
      </p:bgPr>
    </p:bg>
    <p:spTree>
      <p:nvGrpSpPr>
        <p:cNvPr id="1" name=""/>
        <p:cNvGrpSpPr/>
        <p:nvPr/>
      </p:nvGrpSpPr>
      <p:grpSpPr>
        <a:xfrm>
          <a:off x="0" y="0"/>
          <a:ext cx="0" cy="0"/>
          <a:chOff x="0" y="0"/>
          <a:chExt cx="0" cy="0"/>
        </a:xfrm>
      </p:grpSpPr>
      <p:sp>
        <p:nvSpPr>
          <p:cNvPr id="6" name="heading">
            <a:extLst>
              <a:ext uri="{FF2B5EF4-FFF2-40B4-BE49-F238E27FC236}">
                <a16:creationId xmlns:a16="http://schemas.microsoft.com/office/drawing/2014/main" id="{E7E06C7E-3E45-4E37-91EC-94ACED0616E8}"/>
              </a:ext>
            </a:extLst>
          </p:cNvPr>
          <p:cNvSpPr>
            <a:spLocks noGrp="1"/>
          </p:cNvSpPr>
          <p:nvPr/>
        </p:nvSpPr>
        <p:spPr>
          <a:xfrm>
            <a:off x="609600" y="457200"/>
            <a:ext cx="10953750" cy="952500"/>
          </a:xfrm>
          <a:prstGeom prst="rect">
            <a:avLst/>
          </a:prstGeom>
          <a:noFill/>
          <a:ln w="0">
            <a:noFill/>
            <a:prstDash val="solid"/>
          </a:ln>
        </p:spPr>
        <p:txBody>
          <a:bodyPr wrap="square" lIns="0" tIns="0" rIns="0" bIns="0" anchor="t">
            <a:noAutofit/>
          </a:bodyPr>
          <a:lstStyle>
            <a:defPPr algn="l">
              <a:defRPr sz="3225" b="1">
                <a:solidFill>
                  <a:srgbClr val="17334C"/>
                </a:solidFill>
                <a:latin typeface="Arial"/>
                <a:ea typeface="Arial"/>
                <a:cs typeface="Arial"/>
              </a:defRPr>
            </a:defPPr>
            <a:lvl1pPr algn="l">
              <a:defRPr sz="3225" b="1">
                <a:solidFill>
                  <a:srgbClr val="17334C"/>
                </a:solidFill>
                <a:latin typeface="Arial"/>
                <a:ea typeface="Arial"/>
                <a:cs typeface="Arial"/>
              </a:defRPr>
            </a:lvl1pPr>
            <a:lvl2pPr algn="l">
              <a:defRPr sz="3225" b="1">
                <a:solidFill>
                  <a:srgbClr val="17334C"/>
                </a:solidFill>
                <a:latin typeface="Arial"/>
                <a:ea typeface="Arial"/>
                <a:cs typeface="Arial"/>
              </a:defRPr>
            </a:lvl2pPr>
            <a:lvl3pPr algn="l">
              <a:defRPr sz="3225" b="1">
                <a:solidFill>
                  <a:srgbClr val="17334C"/>
                </a:solidFill>
                <a:latin typeface="Arial"/>
                <a:ea typeface="Arial"/>
                <a:cs typeface="Arial"/>
              </a:defRPr>
            </a:lvl3pPr>
            <a:lvl4pPr algn="l">
              <a:defRPr sz="3225" b="1">
                <a:solidFill>
                  <a:srgbClr val="17334C"/>
                </a:solidFill>
                <a:latin typeface="Arial"/>
                <a:ea typeface="Arial"/>
                <a:cs typeface="Arial"/>
              </a:defRPr>
            </a:lvl4pPr>
            <a:lvl5pPr algn="l">
              <a:defRPr sz="3225" b="1">
                <a:solidFill>
                  <a:srgbClr val="17334C"/>
                </a:solidFill>
                <a:latin typeface="Arial"/>
                <a:ea typeface="Arial"/>
                <a:cs typeface="Arial"/>
              </a:defRPr>
            </a:lvl5pPr>
            <a:lvl6pPr algn="l">
              <a:defRPr sz="3225" b="1">
                <a:solidFill>
                  <a:srgbClr val="17334C"/>
                </a:solidFill>
                <a:latin typeface="Arial"/>
                <a:ea typeface="Arial"/>
                <a:cs typeface="Arial"/>
              </a:defRPr>
            </a:lvl6pPr>
            <a:lvl7pPr algn="l">
              <a:defRPr sz="3225" b="1">
                <a:solidFill>
                  <a:srgbClr val="17334C"/>
                </a:solidFill>
                <a:latin typeface="Arial"/>
                <a:ea typeface="Arial"/>
                <a:cs typeface="Arial"/>
              </a:defRPr>
            </a:lvl7pPr>
            <a:lvl8pPr algn="l">
              <a:defRPr sz="3225" b="1">
                <a:solidFill>
                  <a:srgbClr val="17334C"/>
                </a:solidFill>
                <a:latin typeface="Arial"/>
                <a:ea typeface="Arial"/>
                <a:cs typeface="Arial"/>
              </a:defRPr>
            </a:lvl8pPr>
            <a:lvl9pPr algn="l">
              <a:defRPr sz="3225" b="1">
                <a:solidFill>
                  <a:srgbClr val="17334C"/>
                </a:solidFill>
                <a:latin typeface="Arial"/>
                <a:ea typeface="Arial"/>
                <a:cs typeface="Arial"/>
              </a:defRPr>
            </a:lvl9pPr>
          </a:lstStyle>
          <a:p>
            <a:pPr algn="l">
              <a:defRPr sz="3225" b="1">
                <a:solidFill>
                  <a:srgbClr val="17334C"/>
                </a:solidFill>
                <a:latin typeface="Arial"/>
                <a:ea typeface="Arial"/>
                <a:cs typeface="Arial"/>
              </a:defRPr>
            </a:pPr>
            <a:r>
              <a:rPr sz="3225" b="1">
                <a:solidFill>
                  <a:srgbClr val="17334C"/>
                </a:solidFill>
                <a:latin typeface="Arial"/>
                <a:ea typeface="Arial"/>
                <a:cs typeface="Arial"/>
              </a:rPr>
              <a:t>H1–H4: perguntas que os documentos podem responder</a:t>
            </a:r>
          </a:p>
        </p:txBody>
      </p:sp>
      <p:sp>
        <p:nvSpPr>
          <p:cNvPr id="2" name="subheading">
            <a:extLst>
              <a:ext uri="{FF2B5EF4-FFF2-40B4-BE49-F238E27FC236}">
                <a16:creationId xmlns:a16="http://schemas.microsoft.com/office/drawing/2014/main" id="{5B1BDB11-8DA7-4BDC-9D2C-DE275BC129F1}"/>
              </a:ext>
            </a:extLst>
          </p:cNvPr>
          <p:cNvSpPr>
            <a:spLocks noGrp="1"/>
          </p:cNvSpPr>
          <p:nvPr/>
        </p:nvSpPr>
        <p:spPr>
          <a:xfrm>
            <a:off x="609600" y="1438275"/>
            <a:ext cx="10953750" cy="514350"/>
          </a:xfrm>
          <a:prstGeom prst="rect">
            <a:avLst/>
          </a:prstGeom>
          <a:noFill/>
          <a:ln w="0">
            <a:noFill/>
            <a:prstDash val="solid"/>
          </a:ln>
        </p:spPr>
        <p:txBody>
          <a:bodyPr wrap="square" lIns="0" tIns="0" rIns="0" bIns="0" anchor="t">
            <a:noAutofit/>
          </a:bodyPr>
          <a:lstStyle>
            <a:defPPr algn="l">
              <a:defRPr sz="1725" b="0">
                <a:solidFill>
                  <a:srgbClr val="5B6B78"/>
                </a:solidFill>
                <a:latin typeface="Arial"/>
                <a:ea typeface="Arial"/>
                <a:cs typeface="Arial"/>
              </a:defRPr>
            </a:defPPr>
            <a:lvl1pPr algn="l">
              <a:defRPr sz="1725" b="0">
                <a:solidFill>
                  <a:srgbClr val="5B6B78"/>
                </a:solidFill>
                <a:latin typeface="Arial"/>
                <a:ea typeface="Arial"/>
                <a:cs typeface="Arial"/>
              </a:defRPr>
            </a:lvl1pPr>
            <a:lvl2pPr algn="l">
              <a:defRPr sz="1725" b="0">
                <a:solidFill>
                  <a:srgbClr val="5B6B78"/>
                </a:solidFill>
                <a:latin typeface="Arial"/>
                <a:ea typeface="Arial"/>
                <a:cs typeface="Arial"/>
              </a:defRPr>
            </a:lvl2pPr>
            <a:lvl3pPr algn="l">
              <a:defRPr sz="1725" b="0">
                <a:solidFill>
                  <a:srgbClr val="5B6B78"/>
                </a:solidFill>
                <a:latin typeface="Arial"/>
                <a:ea typeface="Arial"/>
                <a:cs typeface="Arial"/>
              </a:defRPr>
            </a:lvl3pPr>
            <a:lvl4pPr algn="l">
              <a:defRPr sz="1725" b="0">
                <a:solidFill>
                  <a:srgbClr val="5B6B78"/>
                </a:solidFill>
                <a:latin typeface="Arial"/>
                <a:ea typeface="Arial"/>
                <a:cs typeface="Arial"/>
              </a:defRPr>
            </a:lvl4pPr>
            <a:lvl5pPr algn="l">
              <a:defRPr sz="1725" b="0">
                <a:solidFill>
                  <a:srgbClr val="5B6B78"/>
                </a:solidFill>
                <a:latin typeface="Arial"/>
                <a:ea typeface="Arial"/>
                <a:cs typeface="Arial"/>
              </a:defRPr>
            </a:lvl5pPr>
            <a:lvl6pPr algn="l">
              <a:defRPr sz="1725" b="0">
                <a:solidFill>
                  <a:srgbClr val="5B6B78"/>
                </a:solidFill>
                <a:latin typeface="Arial"/>
                <a:ea typeface="Arial"/>
                <a:cs typeface="Arial"/>
              </a:defRPr>
            </a:lvl6pPr>
            <a:lvl7pPr algn="l">
              <a:defRPr sz="1725" b="0">
                <a:solidFill>
                  <a:srgbClr val="5B6B78"/>
                </a:solidFill>
                <a:latin typeface="Arial"/>
                <a:ea typeface="Arial"/>
                <a:cs typeface="Arial"/>
              </a:defRPr>
            </a:lvl7pPr>
            <a:lvl8pPr algn="l">
              <a:defRPr sz="1725" b="0">
                <a:solidFill>
                  <a:srgbClr val="5B6B78"/>
                </a:solidFill>
                <a:latin typeface="Arial"/>
                <a:ea typeface="Arial"/>
                <a:cs typeface="Arial"/>
              </a:defRPr>
            </a:lvl8pPr>
            <a:lvl9pPr algn="l">
              <a:defRPr sz="1725" b="0">
                <a:solidFill>
                  <a:srgbClr val="5B6B78"/>
                </a:solidFill>
                <a:latin typeface="Arial"/>
                <a:ea typeface="Arial"/>
                <a:cs typeface="Arial"/>
              </a:defRPr>
            </a:lvl9pPr>
          </a:lstStyle>
          <a:p>
            <a:pPr algn="l">
              <a:defRPr sz="1725" b="0">
                <a:solidFill>
                  <a:srgbClr val="5B6B78"/>
                </a:solidFill>
                <a:latin typeface="Arial"/>
                <a:ea typeface="Arial"/>
                <a:cs typeface="Arial"/>
              </a:defRPr>
            </a:pPr>
            <a:r>
              <a:rPr sz="1725" b="0">
                <a:solidFill>
                  <a:srgbClr val="5B6B78"/>
                </a:solidFill>
                <a:latin typeface="Arial"/>
                <a:ea typeface="Arial"/>
                <a:cs typeface="Arial"/>
              </a:rPr>
              <a:t>Identificadores do anexo preservados. As hipóteses continuam em avaliação.</a:t>
            </a:r>
          </a:p>
        </p:txBody>
      </p:sp>
      <p:graphicFrame>
        <p:nvGraphicFramePr>
          <p:cNvPr id="4" name="Tabela 3">
            <a:extLst>
              <a:ext uri="{FF2B5EF4-FFF2-40B4-BE49-F238E27FC236}">
                <a16:creationId xmlns:a16="http://schemas.microsoft.com/office/drawing/2014/main" id="{7DB20888-070D-4671-8553-9CF83048DD41}"/>
              </a:ext>
            </a:extLst>
          </p:cNvPr>
          <p:cNvGraphicFramePr/>
          <p:nvPr/>
        </p:nvGraphicFramePr>
        <p:xfrm>
          <a:off x="609600" y="2009775"/>
          <a:ext cx="10953750" cy="3781424"/>
        </p:xfrm>
        <a:graphic>
          <a:graphicData uri="http://schemas.openxmlformats.org/drawingml/2006/table">
            <a:tbl>
              <a:tblPr/>
              <a:tblGrid>
                <a:gridCol w="2476500">
                  <a:extLst>
                    <a:ext uri="{9D8B030D-6E8A-4147-A177-3AD203B41FA5}">
                      <a16:colId xmlns:a16="http://schemas.microsoft.com/office/drawing/2014/main" val="20000"/>
                    </a:ext>
                  </a:extLst>
                </a:gridCol>
                <a:gridCol w="4191000">
                  <a:extLst>
                    <a:ext uri="{9D8B030D-6E8A-4147-A177-3AD203B41FA5}">
                      <a16:colId xmlns:a16="http://schemas.microsoft.com/office/drawing/2014/main" val="20001"/>
                    </a:ext>
                  </a:extLst>
                </a:gridCol>
                <a:gridCol w="4286250">
                  <a:extLst>
                    <a:ext uri="{9D8B030D-6E8A-4147-A177-3AD203B41FA5}">
                      <a16:colId xmlns:a16="http://schemas.microsoft.com/office/drawing/2014/main" val="20002"/>
                    </a:ext>
                  </a:extLst>
                </a:gridCol>
              </a:tblGrid>
              <a:tr h="571500">
                <a:tc>
                  <a:txBody>
                    <a:bodyPr/>
                    <a:lstStyle/>
                    <a:p>
                      <a:r>
                        <a:rPr sz="1875" b="1">
                          <a:solidFill>
                            <a:srgbClr val="FFFFFF"/>
                          </a:solidFill>
                          <a:latin typeface="Arial"/>
                          <a:ea typeface="Arial"/>
                          <a:cs typeface="Arial"/>
                        </a:rPr>
                        <a:t>Eixo</a:t>
                      </a:r>
                    </a:p>
                  </a:txBody>
                  <a:tcPr marL="133350" marR="133350" marT="57150" marB="57150">
                    <a:lnL w="6668">
                      <a:solidFill>
                        <a:srgbClr val="D5DDE3"/>
                      </a:solidFill>
                      <a:prstDash val="solid"/>
                    </a:lnL>
                    <a:lnR w="6668">
                      <a:solidFill>
                        <a:srgbClr val="D5DDE3"/>
                      </a:solidFill>
                      <a:prstDash val="solid"/>
                    </a:lnR>
                    <a:lnT w="6668">
                      <a:solidFill>
                        <a:srgbClr val="D5DDE3"/>
                      </a:solidFill>
                      <a:prstDash val="solid"/>
                    </a:lnT>
                    <a:lnB w="6668">
                      <a:solidFill>
                        <a:srgbClr val="D5DDE3"/>
                      </a:solidFill>
                      <a:prstDash val="solid"/>
                    </a:lnB>
                    <a:solidFill>
                      <a:srgbClr val="17334C"/>
                    </a:solidFill>
                  </a:tcPr>
                </a:tc>
                <a:tc>
                  <a:txBody>
                    <a:bodyPr/>
                    <a:lstStyle/>
                    <a:p>
                      <a:r>
                        <a:rPr sz="1875" b="1">
                          <a:solidFill>
                            <a:srgbClr val="FFFFFF"/>
                          </a:solidFill>
                          <a:latin typeface="Arial"/>
                          <a:ea typeface="Arial"/>
                          <a:cs typeface="Arial"/>
                        </a:rPr>
                        <a:t>Pergunta operacional</a:t>
                      </a:r>
                    </a:p>
                  </a:txBody>
                  <a:tcPr marL="133350" marR="133350" marT="57150" marB="57150">
                    <a:lnL w="6668" cap="flat" cmpd="sng" algn="ctr">
                      <a:solidFill>
                        <a:srgbClr val="D5DDE3"/>
                      </a:solidFill>
                      <a:prstDash val="solid"/>
                      <a:round/>
                      <a:headEnd type="none" w="med" len="med"/>
                      <a:tailEnd type="none" w="med" len="med"/>
                    </a:lnL>
                    <a:lnR w="6668">
                      <a:solidFill>
                        <a:srgbClr val="D5DDE3"/>
                      </a:solidFill>
                      <a:prstDash val="solid"/>
                    </a:lnR>
                    <a:lnT w="6668">
                      <a:solidFill>
                        <a:srgbClr val="D5DDE3"/>
                      </a:solidFill>
                      <a:prstDash val="solid"/>
                    </a:lnT>
                    <a:lnB w="6668">
                      <a:solidFill>
                        <a:srgbClr val="D5DDE3"/>
                      </a:solidFill>
                      <a:prstDash val="solid"/>
                    </a:lnB>
                    <a:solidFill>
                      <a:srgbClr val="17334C"/>
                    </a:solidFill>
                  </a:tcPr>
                </a:tc>
                <a:tc>
                  <a:txBody>
                    <a:bodyPr/>
                    <a:lstStyle/>
                    <a:p>
                      <a:r>
                        <a:rPr sz="1875" b="1">
                          <a:solidFill>
                            <a:srgbClr val="FFFFFF"/>
                          </a:solidFill>
                          <a:latin typeface="Arial"/>
                          <a:ea typeface="Arial"/>
                          <a:cs typeface="Arial"/>
                        </a:rPr>
                        <a:t>Evidência necessária</a:t>
                      </a:r>
                    </a:p>
                  </a:txBody>
                  <a:tcPr marL="133350" marR="133350" marT="57150" marB="57150">
                    <a:lnL w="6668" cap="flat" cmpd="sng" algn="ctr">
                      <a:solidFill>
                        <a:srgbClr val="D5DDE3"/>
                      </a:solidFill>
                      <a:prstDash val="solid"/>
                      <a:round/>
                      <a:headEnd type="none" w="med" len="med"/>
                      <a:tailEnd type="none" w="med" len="med"/>
                    </a:lnL>
                    <a:lnR w="6668">
                      <a:solidFill>
                        <a:srgbClr val="D5DDE3"/>
                      </a:solidFill>
                      <a:prstDash val="solid"/>
                    </a:lnR>
                    <a:lnT w="6668">
                      <a:solidFill>
                        <a:srgbClr val="D5DDE3"/>
                      </a:solidFill>
                      <a:prstDash val="solid"/>
                    </a:lnT>
                    <a:lnB w="6668">
                      <a:solidFill>
                        <a:srgbClr val="D5DDE3"/>
                      </a:solidFill>
                      <a:prstDash val="solid"/>
                    </a:lnB>
                    <a:solidFill>
                      <a:srgbClr val="17334C"/>
                    </a:solidFill>
                  </a:tcPr>
                </a:tc>
                <a:extLst>
                  <a:ext uri="{0D108BD9-81ED-4DB2-BD59-A6C34878D82A}">
                    <a16:rowId xmlns:a16="http://schemas.microsoft.com/office/drawing/2014/main" val="10000"/>
                  </a:ext>
                </a:extLst>
              </a:tr>
              <a:tr h="802481">
                <a:tc>
                  <a:txBody>
                    <a:bodyPr/>
                    <a:lstStyle/>
                    <a:p>
                      <a:r>
                        <a:rPr sz="1800" b="0">
                          <a:solidFill>
                            <a:srgbClr val="243D50"/>
                          </a:solidFill>
                          <a:latin typeface="Arial"/>
                          <a:ea typeface="Arial"/>
                          <a:cs typeface="Arial"/>
                        </a:rPr>
                        <a:t>H1</a:t>
                      </a:r>
                    </a:p>
                    <a:p>
                      <a:r>
                        <a:rPr sz="1800" b="0">
                          <a:solidFill>
                            <a:srgbClr val="243D50"/>
                          </a:solidFill>
                          <a:latin typeface="Arial"/>
                          <a:ea typeface="Arial"/>
                          <a:cs typeface="Arial"/>
                        </a:rPr>
                        <a:t>Acesso e cronologia</a:t>
                      </a:r>
                    </a:p>
                  </a:txBody>
                  <a:tcPr marL="133350" marR="133350" marT="57150" marB="57150">
                    <a:lnL w="6668">
                      <a:solidFill>
                        <a:srgbClr val="D5DDE3"/>
                      </a:solidFill>
                      <a:prstDash val="solid"/>
                    </a:lnL>
                    <a:lnR w="6668">
                      <a:solidFill>
                        <a:srgbClr val="D5DDE3"/>
                      </a:solidFill>
                      <a:prstDash val="solid"/>
                    </a:lnR>
                    <a:lnT w="6668" cap="flat" cmpd="sng" algn="ctr">
                      <a:solidFill>
                        <a:srgbClr val="D5DDE3"/>
                      </a:solidFill>
                      <a:prstDash val="solid"/>
                      <a:round/>
                      <a:headEnd type="none" w="med" len="med"/>
                      <a:tailEnd type="none" w="med" len="med"/>
                    </a:lnT>
                    <a:lnB w="6668">
                      <a:solidFill>
                        <a:srgbClr val="D5DDE3"/>
                      </a:solidFill>
                      <a:prstDash val="solid"/>
                    </a:lnB>
                    <a:solidFill>
                      <a:srgbClr val="FFFFFF"/>
                    </a:solidFill>
                  </a:tcPr>
                </a:tc>
                <a:tc>
                  <a:txBody>
                    <a:bodyPr/>
                    <a:lstStyle/>
                    <a:p>
                      <a:r>
                        <a:rPr sz="1800" b="0">
                          <a:solidFill>
                            <a:srgbClr val="243D50"/>
                          </a:solidFill>
                          <a:latin typeface="Arial"/>
                          <a:ea typeface="Arial"/>
                          <a:cs typeface="Arial"/>
                        </a:rPr>
                        <a:t>O que a pessoa sabia no instante da operação?</a:t>
                      </a:r>
                    </a:p>
                  </a:txBody>
                  <a:tcPr marL="133350" marR="133350" marT="57150" marB="57150">
                    <a:lnL w="6668" cap="flat" cmpd="sng" algn="ctr">
                      <a:solidFill>
                        <a:srgbClr val="D5DDE3"/>
                      </a:solidFill>
                      <a:prstDash val="solid"/>
                      <a:round/>
                      <a:headEnd type="none" w="med" len="med"/>
                      <a:tailEnd type="none" w="med" len="med"/>
                    </a:lnL>
                    <a:lnR w="6668">
                      <a:solidFill>
                        <a:srgbClr val="D5DDE3"/>
                      </a:solidFill>
                      <a:prstDash val="solid"/>
                    </a:lnR>
                    <a:lnT w="6668" cap="flat" cmpd="sng" algn="ctr">
                      <a:solidFill>
                        <a:srgbClr val="D5DDE3"/>
                      </a:solidFill>
                      <a:prstDash val="solid"/>
                      <a:round/>
                      <a:headEnd type="none" w="med" len="med"/>
                      <a:tailEnd type="none" w="med" len="med"/>
                    </a:lnT>
                    <a:lnB w="6668">
                      <a:solidFill>
                        <a:srgbClr val="D5DDE3"/>
                      </a:solidFill>
                      <a:prstDash val="solid"/>
                    </a:lnB>
                    <a:solidFill>
                      <a:srgbClr val="FFFFFF"/>
                    </a:solidFill>
                  </a:tcPr>
                </a:tc>
                <a:tc>
                  <a:txBody>
                    <a:bodyPr/>
                    <a:lstStyle/>
                    <a:p>
                      <a:r>
                        <a:rPr sz="1800" b="0">
                          <a:solidFill>
                            <a:srgbClr val="243D50"/>
                          </a:solidFill>
                          <a:latin typeface="Arial"/>
                          <a:ea typeface="Arial"/>
                          <a:cs typeface="Arial"/>
                        </a:rPr>
                        <a:t>Conteúdo, acesso ou presunção, publicidade e horários.</a:t>
                      </a:r>
                    </a:p>
                  </a:txBody>
                  <a:tcPr marL="133350" marR="133350" marT="57150" marB="57150">
                    <a:lnL w="6668" cap="flat" cmpd="sng" algn="ctr">
                      <a:solidFill>
                        <a:srgbClr val="D5DDE3"/>
                      </a:solidFill>
                      <a:prstDash val="solid"/>
                      <a:round/>
                      <a:headEnd type="none" w="med" len="med"/>
                      <a:tailEnd type="none" w="med" len="med"/>
                    </a:lnL>
                    <a:lnR w="6668">
                      <a:solidFill>
                        <a:srgbClr val="D5DDE3"/>
                      </a:solidFill>
                      <a:prstDash val="solid"/>
                    </a:lnR>
                    <a:lnT w="6668" cap="flat" cmpd="sng" algn="ctr">
                      <a:solidFill>
                        <a:srgbClr val="D5DDE3"/>
                      </a:solidFill>
                      <a:prstDash val="solid"/>
                      <a:round/>
                      <a:headEnd type="none" w="med" len="med"/>
                      <a:tailEnd type="none" w="med" len="med"/>
                    </a:lnT>
                    <a:lnB w="6668">
                      <a:solidFill>
                        <a:srgbClr val="D5DDE3"/>
                      </a:solidFill>
                      <a:prstDash val="solid"/>
                    </a:lnB>
                    <a:solidFill>
                      <a:srgbClr val="FFFFFF"/>
                    </a:solidFill>
                  </a:tcPr>
                </a:tc>
                <a:extLst>
                  <a:ext uri="{0D108BD9-81ED-4DB2-BD59-A6C34878D82A}">
                    <a16:rowId xmlns:a16="http://schemas.microsoft.com/office/drawing/2014/main" val="10001"/>
                  </a:ext>
                </a:extLst>
              </a:tr>
              <a:tr h="802481">
                <a:tc>
                  <a:txBody>
                    <a:bodyPr/>
                    <a:lstStyle/>
                    <a:p>
                      <a:r>
                        <a:rPr sz="1800" b="0">
                          <a:solidFill>
                            <a:srgbClr val="243D50"/>
                          </a:solidFill>
                          <a:latin typeface="Arial"/>
                          <a:ea typeface="Arial"/>
                          <a:cs typeface="Arial"/>
                        </a:rPr>
                        <a:t>H2</a:t>
                      </a:r>
                    </a:p>
                    <a:p>
                      <a:r>
                        <a:rPr sz="1800" b="0">
                          <a:solidFill>
                            <a:srgbClr val="243D50"/>
                          </a:solidFill>
                          <a:latin typeface="Arial"/>
                          <a:ea typeface="Arial"/>
                          <a:cs typeface="Arial"/>
                        </a:rPr>
                        <a:t>Perfil e mercado</a:t>
                      </a:r>
                    </a:p>
                  </a:txBody>
                  <a:tcPr marL="133350" marR="133350" marT="57150" marB="57150">
                    <a:lnL w="6668">
                      <a:solidFill>
                        <a:srgbClr val="D5DDE3"/>
                      </a:solidFill>
                      <a:prstDash val="solid"/>
                    </a:lnL>
                    <a:lnR w="6668">
                      <a:solidFill>
                        <a:srgbClr val="D5DDE3"/>
                      </a:solidFill>
                      <a:prstDash val="solid"/>
                    </a:lnR>
                    <a:lnT w="6668" cap="flat" cmpd="sng" algn="ctr">
                      <a:solidFill>
                        <a:srgbClr val="D5DDE3"/>
                      </a:solidFill>
                      <a:prstDash val="solid"/>
                      <a:round/>
                      <a:headEnd type="none" w="med" len="med"/>
                      <a:tailEnd type="none" w="med" len="med"/>
                    </a:lnT>
                    <a:lnB w="6668">
                      <a:solidFill>
                        <a:srgbClr val="D5DDE3"/>
                      </a:solidFill>
                      <a:prstDash val="solid"/>
                    </a:lnB>
                    <a:solidFill>
                      <a:srgbClr val="F3F5F7"/>
                    </a:solidFill>
                  </a:tcPr>
                </a:tc>
                <a:tc>
                  <a:txBody>
                    <a:bodyPr/>
                    <a:lstStyle/>
                    <a:p>
                      <a:r>
                        <a:rPr sz="1800" b="0">
                          <a:solidFill>
                            <a:srgbClr val="243D50"/>
                          </a:solidFill>
                          <a:latin typeface="Arial"/>
                          <a:ea typeface="Arial"/>
                          <a:cs typeface="Arial"/>
                        </a:rPr>
                        <a:t>O desvio persiste após histórico e contexto público?</a:t>
                      </a:r>
                    </a:p>
                  </a:txBody>
                  <a:tcPr marL="133350" marR="133350" marT="57150" marB="57150">
                    <a:lnL w="6668" cap="flat" cmpd="sng" algn="ctr">
                      <a:solidFill>
                        <a:srgbClr val="D5DDE3"/>
                      </a:solidFill>
                      <a:prstDash val="solid"/>
                      <a:round/>
                      <a:headEnd type="none" w="med" len="med"/>
                      <a:tailEnd type="none" w="med" len="med"/>
                    </a:lnL>
                    <a:lnR w="6668">
                      <a:solidFill>
                        <a:srgbClr val="D5DDE3"/>
                      </a:solidFill>
                      <a:prstDash val="solid"/>
                    </a:lnR>
                    <a:lnT w="6668" cap="flat" cmpd="sng" algn="ctr">
                      <a:solidFill>
                        <a:srgbClr val="D5DDE3"/>
                      </a:solidFill>
                      <a:prstDash val="solid"/>
                      <a:round/>
                      <a:headEnd type="none" w="med" len="med"/>
                      <a:tailEnd type="none" w="med" len="med"/>
                    </a:lnT>
                    <a:lnB w="6668">
                      <a:solidFill>
                        <a:srgbClr val="D5DDE3"/>
                      </a:solidFill>
                      <a:prstDash val="solid"/>
                    </a:lnB>
                    <a:solidFill>
                      <a:srgbClr val="F3F5F7"/>
                    </a:solidFill>
                  </a:tcPr>
                </a:tc>
                <a:tc>
                  <a:txBody>
                    <a:bodyPr/>
                    <a:lstStyle/>
                    <a:p>
                      <a:r>
                        <a:rPr sz="1800" b="0">
                          <a:solidFill>
                            <a:srgbClr val="243D50"/>
                          </a:solidFill>
                          <a:latin typeface="Arial"/>
                          <a:ea typeface="Arial"/>
                          <a:cs typeface="Arial"/>
                        </a:rPr>
                        <a:t>Unidades válidas, custódia, exposição e contexto do ativo.</a:t>
                      </a:r>
                    </a:p>
                  </a:txBody>
                  <a:tcPr marL="133350" marR="133350" marT="57150" marB="57150">
                    <a:lnL w="6668" cap="flat" cmpd="sng" algn="ctr">
                      <a:solidFill>
                        <a:srgbClr val="D5DDE3"/>
                      </a:solidFill>
                      <a:prstDash val="solid"/>
                      <a:round/>
                      <a:headEnd type="none" w="med" len="med"/>
                      <a:tailEnd type="none" w="med" len="med"/>
                    </a:lnL>
                    <a:lnR w="6668">
                      <a:solidFill>
                        <a:srgbClr val="D5DDE3"/>
                      </a:solidFill>
                      <a:prstDash val="solid"/>
                    </a:lnR>
                    <a:lnT w="6668" cap="flat" cmpd="sng" algn="ctr">
                      <a:solidFill>
                        <a:srgbClr val="D5DDE3"/>
                      </a:solidFill>
                      <a:prstDash val="solid"/>
                      <a:round/>
                      <a:headEnd type="none" w="med" len="med"/>
                      <a:tailEnd type="none" w="med" len="med"/>
                    </a:lnT>
                    <a:lnB w="6668">
                      <a:solidFill>
                        <a:srgbClr val="D5DDE3"/>
                      </a:solidFill>
                      <a:prstDash val="solid"/>
                    </a:lnB>
                    <a:solidFill>
                      <a:srgbClr val="F3F5F7"/>
                    </a:solidFill>
                  </a:tcPr>
                </a:tc>
                <a:extLst>
                  <a:ext uri="{0D108BD9-81ED-4DB2-BD59-A6C34878D82A}">
                    <a16:rowId xmlns:a16="http://schemas.microsoft.com/office/drawing/2014/main" val="10002"/>
                  </a:ext>
                </a:extLst>
              </a:tr>
              <a:tr h="802481">
                <a:tc>
                  <a:txBody>
                    <a:bodyPr/>
                    <a:lstStyle/>
                    <a:p>
                      <a:r>
                        <a:rPr sz="1800" b="0">
                          <a:solidFill>
                            <a:srgbClr val="243D50"/>
                          </a:solidFill>
                          <a:latin typeface="Arial"/>
                          <a:ea typeface="Arial"/>
                          <a:cs typeface="Arial"/>
                        </a:rPr>
                        <a:t>H3</a:t>
                      </a:r>
                    </a:p>
                    <a:p>
                      <a:r>
                        <a:rPr sz="1800" b="0">
                          <a:solidFill>
                            <a:srgbClr val="243D50"/>
                          </a:solidFill>
                          <a:latin typeface="Arial"/>
                          <a:ea typeface="Arial"/>
                          <a:cs typeface="Arial"/>
                        </a:rPr>
                        <a:t>Vínculos e circulação</a:t>
                      </a:r>
                    </a:p>
                  </a:txBody>
                  <a:tcPr marL="133350" marR="133350" marT="57150" marB="57150">
                    <a:lnL w="6668">
                      <a:solidFill>
                        <a:srgbClr val="D5DDE3"/>
                      </a:solidFill>
                      <a:prstDash val="solid"/>
                    </a:lnL>
                    <a:lnR w="6668">
                      <a:solidFill>
                        <a:srgbClr val="D5DDE3"/>
                      </a:solidFill>
                      <a:prstDash val="solid"/>
                    </a:lnR>
                    <a:lnT w="6668" cap="flat" cmpd="sng" algn="ctr">
                      <a:solidFill>
                        <a:srgbClr val="D5DDE3"/>
                      </a:solidFill>
                      <a:prstDash val="solid"/>
                      <a:round/>
                      <a:headEnd type="none" w="med" len="med"/>
                      <a:tailEnd type="none" w="med" len="med"/>
                    </a:lnT>
                    <a:lnB w="6668">
                      <a:solidFill>
                        <a:srgbClr val="D5DDE3"/>
                      </a:solidFill>
                      <a:prstDash val="solid"/>
                    </a:lnB>
                    <a:solidFill>
                      <a:srgbClr val="FFFFFF"/>
                    </a:solidFill>
                  </a:tcPr>
                </a:tc>
                <a:tc>
                  <a:txBody>
                    <a:bodyPr/>
                    <a:lstStyle/>
                    <a:p>
                      <a:r>
                        <a:rPr sz="1800" b="0">
                          <a:solidFill>
                            <a:srgbClr val="243D50"/>
                          </a:solidFill>
                          <a:latin typeface="Arial"/>
                          <a:ea typeface="Arial"/>
                          <a:cs typeface="Arial"/>
                        </a:rPr>
                        <a:t>O que sustenta acesso, autoria ou transmissão?</a:t>
                      </a:r>
                    </a:p>
                  </a:txBody>
                  <a:tcPr marL="133350" marR="133350" marT="57150" marB="57150">
                    <a:lnL w="6668" cap="flat" cmpd="sng" algn="ctr">
                      <a:solidFill>
                        <a:srgbClr val="D5DDE3"/>
                      </a:solidFill>
                      <a:prstDash val="solid"/>
                      <a:round/>
                      <a:headEnd type="none" w="med" len="med"/>
                      <a:tailEnd type="none" w="med" len="med"/>
                    </a:lnL>
                    <a:lnR w="6668">
                      <a:solidFill>
                        <a:srgbClr val="D5DDE3"/>
                      </a:solidFill>
                      <a:prstDash val="solid"/>
                    </a:lnR>
                    <a:lnT w="6668" cap="flat" cmpd="sng" algn="ctr">
                      <a:solidFill>
                        <a:srgbClr val="D5DDE3"/>
                      </a:solidFill>
                      <a:prstDash val="solid"/>
                      <a:round/>
                      <a:headEnd type="none" w="med" len="med"/>
                      <a:tailEnd type="none" w="med" len="med"/>
                    </a:lnT>
                    <a:lnB w="6668">
                      <a:solidFill>
                        <a:srgbClr val="D5DDE3"/>
                      </a:solidFill>
                      <a:prstDash val="solid"/>
                    </a:lnB>
                    <a:solidFill>
                      <a:srgbClr val="FFFFFF"/>
                    </a:solidFill>
                  </a:tcPr>
                </a:tc>
                <a:tc>
                  <a:txBody>
                    <a:bodyPr/>
                    <a:lstStyle/>
                    <a:p>
                      <a:r>
                        <a:rPr sz="1800" b="0">
                          <a:solidFill>
                            <a:srgbClr val="243D50"/>
                          </a:solidFill>
                          <a:latin typeface="Arial"/>
                          <a:ea typeface="Arial"/>
                          <a:cs typeface="Arial"/>
                        </a:rPr>
                        <a:t>Relação qualificada e indícios com fonte. Rota exata, quando disponível.</a:t>
                      </a:r>
                    </a:p>
                  </a:txBody>
                  <a:tcPr marL="133350" marR="133350" marT="57150" marB="57150">
                    <a:lnL w="6668" cap="flat" cmpd="sng" algn="ctr">
                      <a:solidFill>
                        <a:srgbClr val="D5DDE3"/>
                      </a:solidFill>
                      <a:prstDash val="solid"/>
                      <a:round/>
                      <a:headEnd type="none" w="med" len="med"/>
                      <a:tailEnd type="none" w="med" len="med"/>
                    </a:lnL>
                    <a:lnR w="6668">
                      <a:solidFill>
                        <a:srgbClr val="D5DDE3"/>
                      </a:solidFill>
                      <a:prstDash val="solid"/>
                    </a:lnR>
                    <a:lnT w="6668" cap="flat" cmpd="sng" algn="ctr">
                      <a:solidFill>
                        <a:srgbClr val="D5DDE3"/>
                      </a:solidFill>
                      <a:prstDash val="solid"/>
                      <a:round/>
                      <a:headEnd type="none" w="med" len="med"/>
                      <a:tailEnd type="none" w="med" len="med"/>
                    </a:lnT>
                    <a:lnB w="6668">
                      <a:solidFill>
                        <a:srgbClr val="D5DDE3"/>
                      </a:solidFill>
                      <a:prstDash val="solid"/>
                    </a:lnB>
                    <a:solidFill>
                      <a:srgbClr val="FFFFFF"/>
                    </a:solidFill>
                  </a:tcPr>
                </a:tc>
                <a:extLst>
                  <a:ext uri="{0D108BD9-81ED-4DB2-BD59-A6C34878D82A}">
                    <a16:rowId xmlns:a16="http://schemas.microsoft.com/office/drawing/2014/main" val="10003"/>
                  </a:ext>
                </a:extLst>
              </a:tr>
              <a:tr h="802481">
                <a:tc>
                  <a:txBody>
                    <a:bodyPr/>
                    <a:lstStyle/>
                    <a:p>
                      <a:r>
                        <a:rPr sz="1800" b="0">
                          <a:solidFill>
                            <a:srgbClr val="243D50"/>
                          </a:solidFill>
                          <a:latin typeface="Arial"/>
                          <a:ea typeface="Arial"/>
                          <a:cs typeface="Arial"/>
                        </a:rPr>
                        <a:t>H4</a:t>
                      </a:r>
                    </a:p>
                    <a:p>
                      <a:r>
                        <a:rPr sz="1800" b="0">
                          <a:solidFill>
                            <a:srgbClr val="243D50"/>
                          </a:solidFill>
                          <a:latin typeface="Arial"/>
                          <a:ea typeface="Arial"/>
                          <a:cs typeface="Arial"/>
                        </a:rPr>
                        <a:t>Convergência</a:t>
                      </a:r>
                    </a:p>
                  </a:txBody>
                  <a:tcPr marL="133350" marR="133350" marT="57150" marB="57150">
                    <a:lnL w="6668">
                      <a:solidFill>
                        <a:srgbClr val="D5DDE3"/>
                      </a:solidFill>
                      <a:prstDash val="solid"/>
                    </a:lnL>
                    <a:lnR w="6668">
                      <a:solidFill>
                        <a:srgbClr val="D5DDE3"/>
                      </a:solidFill>
                      <a:prstDash val="solid"/>
                    </a:lnR>
                    <a:lnT w="6668" cap="flat" cmpd="sng" algn="ctr">
                      <a:solidFill>
                        <a:srgbClr val="D5DDE3"/>
                      </a:solidFill>
                      <a:prstDash val="solid"/>
                      <a:round/>
                      <a:headEnd type="none" w="med" len="med"/>
                      <a:tailEnd type="none" w="med" len="med"/>
                    </a:lnT>
                    <a:lnB w="6668">
                      <a:solidFill>
                        <a:srgbClr val="D5DDE3"/>
                      </a:solidFill>
                      <a:prstDash val="solid"/>
                    </a:lnB>
                    <a:solidFill>
                      <a:srgbClr val="F3F5F7"/>
                    </a:solidFill>
                  </a:tcPr>
                </a:tc>
                <a:tc>
                  <a:txBody>
                    <a:bodyPr/>
                    <a:lstStyle/>
                    <a:p>
                      <a:r>
                        <a:rPr sz="1800" b="0">
                          <a:solidFill>
                            <a:srgbClr val="243D50"/>
                          </a:solidFill>
                          <a:latin typeface="Arial"/>
                          <a:ea typeface="Arial"/>
                          <a:cs typeface="Arial"/>
                        </a:rPr>
                        <a:t>A fundamentação enfrenta explicações rivais?</a:t>
                      </a:r>
                    </a:p>
                  </a:txBody>
                  <a:tcPr marL="133350" marR="133350" marT="57150" marB="57150">
                    <a:lnL w="6668" cap="flat" cmpd="sng" algn="ctr">
                      <a:solidFill>
                        <a:srgbClr val="D5DDE3"/>
                      </a:solidFill>
                      <a:prstDash val="solid"/>
                      <a:round/>
                      <a:headEnd type="none" w="med" len="med"/>
                      <a:tailEnd type="none" w="med" len="med"/>
                    </a:lnL>
                    <a:lnR w="6668">
                      <a:solidFill>
                        <a:srgbClr val="D5DDE3"/>
                      </a:solidFill>
                      <a:prstDash val="solid"/>
                    </a:lnR>
                    <a:lnT w="6668" cap="flat" cmpd="sng" algn="ctr">
                      <a:solidFill>
                        <a:srgbClr val="D5DDE3"/>
                      </a:solidFill>
                      <a:prstDash val="solid"/>
                      <a:round/>
                      <a:headEnd type="none" w="med" len="med"/>
                      <a:tailEnd type="none" w="med" len="med"/>
                    </a:lnT>
                    <a:lnB w="6668">
                      <a:solidFill>
                        <a:srgbClr val="D5DDE3"/>
                      </a:solidFill>
                      <a:prstDash val="solid"/>
                    </a:lnB>
                    <a:solidFill>
                      <a:srgbClr val="F3F5F7"/>
                    </a:solidFill>
                  </a:tcPr>
                </a:tc>
                <a:tc>
                  <a:txBody>
                    <a:bodyPr/>
                    <a:lstStyle/>
                    <a:p>
                      <a:r>
                        <a:rPr sz="1800" b="0" dirty="0">
                          <a:solidFill>
                            <a:srgbClr val="243D50"/>
                          </a:solidFill>
                          <a:latin typeface="Arial"/>
                          <a:ea typeface="Arial"/>
                          <a:cs typeface="Arial"/>
                        </a:rPr>
                        <a:t>Fontes </a:t>
                      </a:r>
                      <a:r>
                        <a:rPr sz="1800" b="0" dirty="0" err="1">
                          <a:solidFill>
                            <a:srgbClr val="243D50"/>
                          </a:solidFill>
                          <a:latin typeface="Arial"/>
                          <a:ea typeface="Arial"/>
                          <a:cs typeface="Arial"/>
                        </a:rPr>
                        <a:t>independentes</a:t>
                      </a:r>
                      <a:r>
                        <a:rPr sz="1800" b="0" dirty="0">
                          <a:solidFill>
                            <a:srgbClr val="243D50"/>
                          </a:solidFill>
                          <a:latin typeface="Arial"/>
                          <a:ea typeface="Arial"/>
                          <a:cs typeface="Arial"/>
                        </a:rPr>
                        <a:t>, </a:t>
                      </a:r>
                      <a:r>
                        <a:rPr sz="1800" b="0" dirty="0" err="1">
                          <a:solidFill>
                            <a:srgbClr val="243D50"/>
                          </a:solidFill>
                          <a:latin typeface="Arial"/>
                          <a:ea typeface="Arial"/>
                          <a:cs typeface="Arial"/>
                        </a:rPr>
                        <a:t>contraprovas</a:t>
                      </a:r>
                      <a:r>
                        <a:rPr sz="1800" b="0" dirty="0">
                          <a:solidFill>
                            <a:srgbClr val="243D50"/>
                          </a:solidFill>
                          <a:latin typeface="Arial"/>
                          <a:ea typeface="Arial"/>
                          <a:cs typeface="Arial"/>
                        </a:rPr>
                        <a:t> e lacunas.</a:t>
                      </a:r>
                    </a:p>
                  </a:txBody>
                  <a:tcPr marL="133350" marR="133350" marT="57150" marB="57150">
                    <a:lnL w="6668" cap="flat" cmpd="sng" algn="ctr">
                      <a:solidFill>
                        <a:srgbClr val="D5DDE3"/>
                      </a:solidFill>
                      <a:prstDash val="solid"/>
                      <a:round/>
                      <a:headEnd type="none" w="med" len="med"/>
                      <a:tailEnd type="none" w="med" len="med"/>
                    </a:lnL>
                    <a:lnR w="6668">
                      <a:solidFill>
                        <a:srgbClr val="D5DDE3"/>
                      </a:solidFill>
                      <a:prstDash val="solid"/>
                    </a:lnR>
                    <a:lnT w="6668" cap="flat" cmpd="sng" algn="ctr">
                      <a:solidFill>
                        <a:srgbClr val="D5DDE3"/>
                      </a:solidFill>
                      <a:prstDash val="solid"/>
                      <a:round/>
                      <a:headEnd type="none" w="med" len="med"/>
                      <a:tailEnd type="none" w="med" len="med"/>
                    </a:lnT>
                    <a:lnB w="6668">
                      <a:solidFill>
                        <a:srgbClr val="D5DDE3"/>
                      </a:solidFill>
                      <a:prstDash val="solid"/>
                    </a:lnB>
                    <a:solidFill>
                      <a:srgbClr val="F3F5F7"/>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5443440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CFBF8"/>
        </a:solidFill>
        <a:effectLst/>
      </p:bgPr>
    </p:bg>
    <p:spTree>
      <p:nvGrpSpPr>
        <p:cNvPr id="1" name=""/>
        <p:cNvGrpSpPr/>
        <p:nvPr/>
      </p:nvGrpSpPr>
      <p:grpSpPr>
        <a:xfrm>
          <a:off x="0" y="0"/>
          <a:ext cx="0" cy="0"/>
          <a:chOff x="0" y="0"/>
          <a:chExt cx="0" cy="0"/>
        </a:xfrm>
      </p:grpSpPr>
      <p:sp>
        <p:nvSpPr>
          <p:cNvPr id="6" name="heading">
            <a:extLst>
              <a:ext uri="{FF2B5EF4-FFF2-40B4-BE49-F238E27FC236}">
                <a16:creationId xmlns:a16="http://schemas.microsoft.com/office/drawing/2014/main" id="{36B291D1-6F1D-4652-ACF0-3E3B9FE738AF}"/>
              </a:ext>
            </a:extLst>
          </p:cNvPr>
          <p:cNvSpPr>
            <a:spLocks noGrp="1"/>
          </p:cNvSpPr>
          <p:nvPr/>
        </p:nvSpPr>
        <p:spPr>
          <a:xfrm>
            <a:off x="609600" y="457200"/>
            <a:ext cx="10953750" cy="952500"/>
          </a:xfrm>
          <a:prstGeom prst="rect">
            <a:avLst/>
          </a:prstGeom>
          <a:noFill/>
          <a:ln w="0">
            <a:noFill/>
            <a:prstDash val="solid"/>
          </a:ln>
        </p:spPr>
        <p:txBody>
          <a:bodyPr wrap="square" lIns="0" tIns="0" rIns="0" bIns="0" anchor="t">
            <a:noAutofit/>
          </a:bodyPr>
          <a:lstStyle>
            <a:defPPr algn="l">
              <a:defRPr sz="3225" b="1">
                <a:solidFill>
                  <a:srgbClr val="17334C"/>
                </a:solidFill>
                <a:latin typeface="Arial"/>
                <a:ea typeface="Arial"/>
                <a:cs typeface="Arial"/>
              </a:defRPr>
            </a:defPPr>
            <a:lvl1pPr algn="l">
              <a:defRPr sz="3225" b="1">
                <a:solidFill>
                  <a:srgbClr val="17334C"/>
                </a:solidFill>
                <a:latin typeface="Arial"/>
                <a:ea typeface="Arial"/>
                <a:cs typeface="Arial"/>
              </a:defRPr>
            </a:lvl1pPr>
            <a:lvl2pPr algn="l">
              <a:defRPr sz="3225" b="1">
                <a:solidFill>
                  <a:srgbClr val="17334C"/>
                </a:solidFill>
                <a:latin typeface="Arial"/>
                <a:ea typeface="Arial"/>
                <a:cs typeface="Arial"/>
              </a:defRPr>
            </a:lvl2pPr>
            <a:lvl3pPr algn="l">
              <a:defRPr sz="3225" b="1">
                <a:solidFill>
                  <a:srgbClr val="17334C"/>
                </a:solidFill>
                <a:latin typeface="Arial"/>
                <a:ea typeface="Arial"/>
                <a:cs typeface="Arial"/>
              </a:defRPr>
            </a:lvl3pPr>
            <a:lvl4pPr algn="l">
              <a:defRPr sz="3225" b="1">
                <a:solidFill>
                  <a:srgbClr val="17334C"/>
                </a:solidFill>
                <a:latin typeface="Arial"/>
                <a:ea typeface="Arial"/>
                <a:cs typeface="Arial"/>
              </a:defRPr>
            </a:lvl4pPr>
            <a:lvl5pPr algn="l">
              <a:defRPr sz="3225" b="1">
                <a:solidFill>
                  <a:srgbClr val="17334C"/>
                </a:solidFill>
                <a:latin typeface="Arial"/>
                <a:ea typeface="Arial"/>
                <a:cs typeface="Arial"/>
              </a:defRPr>
            </a:lvl5pPr>
            <a:lvl6pPr algn="l">
              <a:defRPr sz="3225" b="1">
                <a:solidFill>
                  <a:srgbClr val="17334C"/>
                </a:solidFill>
                <a:latin typeface="Arial"/>
                <a:ea typeface="Arial"/>
                <a:cs typeface="Arial"/>
              </a:defRPr>
            </a:lvl6pPr>
            <a:lvl7pPr algn="l">
              <a:defRPr sz="3225" b="1">
                <a:solidFill>
                  <a:srgbClr val="17334C"/>
                </a:solidFill>
                <a:latin typeface="Arial"/>
                <a:ea typeface="Arial"/>
                <a:cs typeface="Arial"/>
              </a:defRPr>
            </a:lvl7pPr>
            <a:lvl8pPr algn="l">
              <a:defRPr sz="3225" b="1">
                <a:solidFill>
                  <a:srgbClr val="17334C"/>
                </a:solidFill>
                <a:latin typeface="Arial"/>
                <a:ea typeface="Arial"/>
                <a:cs typeface="Arial"/>
              </a:defRPr>
            </a:lvl8pPr>
            <a:lvl9pPr algn="l">
              <a:defRPr sz="3225" b="1">
                <a:solidFill>
                  <a:srgbClr val="17334C"/>
                </a:solidFill>
                <a:latin typeface="Arial"/>
                <a:ea typeface="Arial"/>
                <a:cs typeface="Arial"/>
              </a:defRPr>
            </a:lvl9pPr>
          </a:lstStyle>
          <a:p>
            <a:pPr algn="l">
              <a:defRPr sz="3225" b="1">
                <a:solidFill>
                  <a:srgbClr val="17334C"/>
                </a:solidFill>
                <a:latin typeface="Arial"/>
                <a:ea typeface="Arial"/>
                <a:cs typeface="Arial"/>
              </a:defRPr>
            </a:pPr>
            <a:r>
              <a:rPr sz="3225" b="1">
                <a:solidFill>
                  <a:srgbClr val="17334C"/>
                </a:solidFill>
                <a:latin typeface="Arial"/>
                <a:ea typeface="Arial"/>
                <a:cs typeface="Arial"/>
              </a:rPr>
              <a:t>Regulação: cada obrigação tem um teste próprio</a:t>
            </a:r>
          </a:p>
        </p:txBody>
      </p:sp>
      <p:sp>
        <p:nvSpPr>
          <p:cNvPr id="2" name="subheading">
            <a:extLst>
              <a:ext uri="{FF2B5EF4-FFF2-40B4-BE49-F238E27FC236}">
                <a16:creationId xmlns:a16="http://schemas.microsoft.com/office/drawing/2014/main" id="{C2ED951E-EAEF-4BB5-A680-02E63A4CDFFD}"/>
              </a:ext>
            </a:extLst>
          </p:cNvPr>
          <p:cNvSpPr>
            <a:spLocks noGrp="1"/>
          </p:cNvSpPr>
          <p:nvPr/>
        </p:nvSpPr>
        <p:spPr>
          <a:xfrm>
            <a:off x="609600" y="1438275"/>
            <a:ext cx="10953750" cy="514350"/>
          </a:xfrm>
          <a:prstGeom prst="rect">
            <a:avLst/>
          </a:prstGeom>
          <a:noFill/>
          <a:ln w="0">
            <a:noFill/>
            <a:prstDash val="solid"/>
          </a:ln>
        </p:spPr>
        <p:txBody>
          <a:bodyPr wrap="square" lIns="0" tIns="0" rIns="0" bIns="0" anchor="t">
            <a:noAutofit/>
          </a:bodyPr>
          <a:lstStyle>
            <a:defPPr algn="l">
              <a:defRPr sz="1725" b="0">
                <a:solidFill>
                  <a:srgbClr val="5B6B78"/>
                </a:solidFill>
                <a:latin typeface="Arial"/>
                <a:ea typeface="Arial"/>
                <a:cs typeface="Arial"/>
              </a:defRPr>
            </a:defPPr>
            <a:lvl1pPr algn="l">
              <a:defRPr sz="1725" b="0">
                <a:solidFill>
                  <a:srgbClr val="5B6B78"/>
                </a:solidFill>
                <a:latin typeface="Arial"/>
                <a:ea typeface="Arial"/>
                <a:cs typeface="Arial"/>
              </a:defRPr>
            </a:lvl1pPr>
            <a:lvl2pPr algn="l">
              <a:defRPr sz="1725" b="0">
                <a:solidFill>
                  <a:srgbClr val="5B6B78"/>
                </a:solidFill>
                <a:latin typeface="Arial"/>
                <a:ea typeface="Arial"/>
                <a:cs typeface="Arial"/>
              </a:defRPr>
            </a:lvl2pPr>
            <a:lvl3pPr algn="l">
              <a:defRPr sz="1725" b="0">
                <a:solidFill>
                  <a:srgbClr val="5B6B78"/>
                </a:solidFill>
                <a:latin typeface="Arial"/>
                <a:ea typeface="Arial"/>
                <a:cs typeface="Arial"/>
              </a:defRPr>
            </a:lvl3pPr>
            <a:lvl4pPr algn="l">
              <a:defRPr sz="1725" b="0">
                <a:solidFill>
                  <a:srgbClr val="5B6B78"/>
                </a:solidFill>
                <a:latin typeface="Arial"/>
                <a:ea typeface="Arial"/>
                <a:cs typeface="Arial"/>
              </a:defRPr>
            </a:lvl4pPr>
            <a:lvl5pPr algn="l">
              <a:defRPr sz="1725" b="0">
                <a:solidFill>
                  <a:srgbClr val="5B6B78"/>
                </a:solidFill>
                <a:latin typeface="Arial"/>
                <a:ea typeface="Arial"/>
                <a:cs typeface="Arial"/>
              </a:defRPr>
            </a:lvl5pPr>
            <a:lvl6pPr algn="l">
              <a:defRPr sz="1725" b="0">
                <a:solidFill>
                  <a:srgbClr val="5B6B78"/>
                </a:solidFill>
                <a:latin typeface="Arial"/>
                <a:ea typeface="Arial"/>
                <a:cs typeface="Arial"/>
              </a:defRPr>
            </a:lvl6pPr>
            <a:lvl7pPr algn="l">
              <a:defRPr sz="1725" b="0">
                <a:solidFill>
                  <a:srgbClr val="5B6B78"/>
                </a:solidFill>
                <a:latin typeface="Arial"/>
                <a:ea typeface="Arial"/>
                <a:cs typeface="Arial"/>
              </a:defRPr>
            </a:lvl7pPr>
            <a:lvl8pPr algn="l">
              <a:defRPr sz="1725" b="0">
                <a:solidFill>
                  <a:srgbClr val="5B6B78"/>
                </a:solidFill>
                <a:latin typeface="Arial"/>
                <a:ea typeface="Arial"/>
                <a:cs typeface="Arial"/>
              </a:defRPr>
            </a:lvl8pPr>
            <a:lvl9pPr algn="l">
              <a:defRPr sz="1725" b="0">
                <a:solidFill>
                  <a:srgbClr val="5B6B78"/>
                </a:solidFill>
                <a:latin typeface="Arial"/>
                <a:ea typeface="Arial"/>
                <a:cs typeface="Arial"/>
              </a:defRPr>
            </a:lvl9pPr>
          </a:lstStyle>
          <a:p>
            <a:pPr algn="l">
              <a:defRPr sz="1725" b="0">
                <a:solidFill>
                  <a:srgbClr val="5B6B78"/>
                </a:solidFill>
                <a:latin typeface="Arial"/>
                <a:ea typeface="Arial"/>
                <a:cs typeface="Arial"/>
              </a:defRPr>
            </a:pPr>
            <a:r>
              <a:rPr sz="1725" b="0">
                <a:solidFill>
                  <a:srgbClr val="5B6B78"/>
                </a:solidFill>
                <a:latin typeface="Arial"/>
                <a:ea typeface="Arial"/>
                <a:cs typeface="Arial"/>
              </a:rPr>
              <a:t>Texto consolidado consultado. O enquadramento considera entidade, fatos e exceções aplicáveis.</a:t>
            </a:r>
          </a:p>
        </p:txBody>
      </p:sp>
      <p:graphicFrame>
        <p:nvGraphicFramePr>
          <p:cNvPr id="4" name="Tabela 3">
            <a:extLst>
              <a:ext uri="{FF2B5EF4-FFF2-40B4-BE49-F238E27FC236}">
                <a16:creationId xmlns:a16="http://schemas.microsoft.com/office/drawing/2014/main" id="{8DE813AC-01BC-425A-AB0D-2BFA9159A669}"/>
              </a:ext>
            </a:extLst>
          </p:cNvPr>
          <p:cNvGraphicFramePr/>
          <p:nvPr/>
        </p:nvGraphicFramePr>
        <p:xfrm>
          <a:off x="609600" y="2076450"/>
          <a:ext cx="10953750" cy="3571875"/>
        </p:xfrm>
        <a:graphic>
          <a:graphicData uri="http://schemas.openxmlformats.org/drawingml/2006/table">
            <a:tbl>
              <a:tblPr/>
              <a:tblGrid>
                <a:gridCol w="2762250">
                  <a:extLst>
                    <a:ext uri="{9D8B030D-6E8A-4147-A177-3AD203B41FA5}">
                      <a16:colId xmlns:a16="http://schemas.microsoft.com/office/drawing/2014/main" val="20000"/>
                    </a:ext>
                  </a:extLst>
                </a:gridCol>
                <a:gridCol w="4095750">
                  <a:extLst>
                    <a:ext uri="{9D8B030D-6E8A-4147-A177-3AD203B41FA5}">
                      <a16:colId xmlns:a16="http://schemas.microsoft.com/office/drawing/2014/main" val="20001"/>
                    </a:ext>
                  </a:extLst>
                </a:gridCol>
                <a:gridCol w="4095750">
                  <a:extLst>
                    <a:ext uri="{9D8B030D-6E8A-4147-A177-3AD203B41FA5}">
                      <a16:colId xmlns:a16="http://schemas.microsoft.com/office/drawing/2014/main" val="20002"/>
                    </a:ext>
                  </a:extLst>
                </a:gridCol>
              </a:tblGrid>
              <a:tr h="571500">
                <a:tc>
                  <a:txBody>
                    <a:bodyPr/>
                    <a:lstStyle/>
                    <a:p>
                      <a:r>
                        <a:rPr sz="1875" b="1">
                          <a:solidFill>
                            <a:srgbClr val="FFFFFF"/>
                          </a:solidFill>
                          <a:latin typeface="Arial"/>
                          <a:ea typeface="Arial"/>
                          <a:cs typeface="Arial"/>
                        </a:rPr>
                        <a:t>Referência</a:t>
                      </a:r>
                    </a:p>
                  </a:txBody>
                  <a:tcPr marL="133350" marR="133350" marT="57150" marB="57150">
                    <a:lnL w="6668">
                      <a:solidFill>
                        <a:srgbClr val="D5DDE3"/>
                      </a:solidFill>
                      <a:prstDash val="solid"/>
                    </a:lnL>
                    <a:lnR w="6668">
                      <a:solidFill>
                        <a:srgbClr val="D5DDE3"/>
                      </a:solidFill>
                      <a:prstDash val="solid"/>
                    </a:lnR>
                    <a:lnT w="6668">
                      <a:solidFill>
                        <a:srgbClr val="D5DDE3"/>
                      </a:solidFill>
                      <a:prstDash val="solid"/>
                    </a:lnT>
                    <a:lnB w="6668">
                      <a:solidFill>
                        <a:srgbClr val="D5DDE3"/>
                      </a:solidFill>
                      <a:prstDash val="solid"/>
                    </a:lnB>
                    <a:solidFill>
                      <a:srgbClr val="17334C"/>
                    </a:solidFill>
                  </a:tcPr>
                </a:tc>
                <a:tc>
                  <a:txBody>
                    <a:bodyPr/>
                    <a:lstStyle/>
                    <a:p>
                      <a:r>
                        <a:rPr sz="1875" b="1">
                          <a:solidFill>
                            <a:srgbClr val="FFFFFF"/>
                          </a:solidFill>
                          <a:latin typeface="Arial"/>
                          <a:ea typeface="Arial"/>
                          <a:cs typeface="Arial"/>
                        </a:rPr>
                        <a:t>Distinção essencial</a:t>
                      </a:r>
                    </a:p>
                  </a:txBody>
                  <a:tcPr marL="133350" marR="133350" marT="57150" marB="57150">
                    <a:lnL w="6668" cap="flat" cmpd="sng" algn="ctr">
                      <a:solidFill>
                        <a:srgbClr val="D5DDE3"/>
                      </a:solidFill>
                      <a:prstDash val="solid"/>
                      <a:round/>
                      <a:headEnd type="none" w="med" len="med"/>
                      <a:tailEnd type="none" w="med" len="med"/>
                    </a:lnL>
                    <a:lnR w="6668">
                      <a:solidFill>
                        <a:srgbClr val="D5DDE3"/>
                      </a:solidFill>
                      <a:prstDash val="solid"/>
                    </a:lnR>
                    <a:lnT w="6668">
                      <a:solidFill>
                        <a:srgbClr val="D5DDE3"/>
                      </a:solidFill>
                      <a:prstDash val="solid"/>
                    </a:lnT>
                    <a:lnB w="6668">
                      <a:solidFill>
                        <a:srgbClr val="D5DDE3"/>
                      </a:solidFill>
                      <a:prstDash val="solid"/>
                    </a:lnB>
                    <a:solidFill>
                      <a:srgbClr val="17334C"/>
                    </a:solidFill>
                  </a:tcPr>
                </a:tc>
                <a:tc>
                  <a:txBody>
                    <a:bodyPr/>
                    <a:lstStyle/>
                    <a:p>
                      <a:r>
                        <a:rPr sz="1875" b="1">
                          <a:solidFill>
                            <a:srgbClr val="FFFFFF"/>
                          </a:solidFill>
                          <a:latin typeface="Arial"/>
                          <a:ea typeface="Arial"/>
                          <a:cs typeface="Arial"/>
                        </a:rPr>
                        <a:t>Aplicação no agente</a:t>
                      </a:r>
                    </a:p>
                  </a:txBody>
                  <a:tcPr marL="133350" marR="133350" marT="57150" marB="57150">
                    <a:lnL w="6668" cap="flat" cmpd="sng" algn="ctr">
                      <a:solidFill>
                        <a:srgbClr val="D5DDE3"/>
                      </a:solidFill>
                      <a:prstDash val="solid"/>
                      <a:round/>
                      <a:headEnd type="none" w="med" len="med"/>
                      <a:tailEnd type="none" w="med" len="med"/>
                    </a:lnL>
                    <a:lnR w="6668">
                      <a:solidFill>
                        <a:srgbClr val="D5DDE3"/>
                      </a:solidFill>
                      <a:prstDash val="solid"/>
                    </a:lnR>
                    <a:lnT w="6668">
                      <a:solidFill>
                        <a:srgbClr val="D5DDE3"/>
                      </a:solidFill>
                      <a:prstDash val="solid"/>
                    </a:lnT>
                    <a:lnB w="6668">
                      <a:solidFill>
                        <a:srgbClr val="D5DDE3"/>
                      </a:solidFill>
                      <a:prstDash val="solid"/>
                    </a:lnB>
                    <a:solidFill>
                      <a:srgbClr val="17334C"/>
                    </a:solidFill>
                  </a:tcPr>
                </a:tc>
                <a:extLst>
                  <a:ext uri="{0D108BD9-81ED-4DB2-BD59-A6C34878D82A}">
                    <a16:rowId xmlns:a16="http://schemas.microsoft.com/office/drawing/2014/main" val="10000"/>
                  </a:ext>
                </a:extLst>
              </a:tr>
              <a:tr h="1000125">
                <a:tc>
                  <a:txBody>
                    <a:bodyPr/>
                    <a:lstStyle/>
                    <a:p>
                      <a:r>
                        <a:rPr sz="1800" b="0">
                          <a:solidFill>
                            <a:srgbClr val="243D50"/>
                          </a:solidFill>
                          <a:latin typeface="Arial"/>
                          <a:ea typeface="Arial"/>
                          <a:cs typeface="Arial"/>
                        </a:rPr>
                        <a:t>CVM 44, art. 13</a:t>
                      </a:r>
                    </a:p>
                  </a:txBody>
                  <a:tcPr marL="133350" marR="133350" marT="57150" marB="57150">
                    <a:lnL w="6668">
                      <a:solidFill>
                        <a:srgbClr val="D5DDE3"/>
                      </a:solidFill>
                      <a:prstDash val="solid"/>
                    </a:lnL>
                    <a:lnR w="6668">
                      <a:solidFill>
                        <a:srgbClr val="D5DDE3"/>
                      </a:solidFill>
                      <a:prstDash val="solid"/>
                    </a:lnR>
                    <a:lnT w="6668" cap="flat" cmpd="sng" algn="ctr">
                      <a:solidFill>
                        <a:srgbClr val="D5DDE3"/>
                      </a:solidFill>
                      <a:prstDash val="solid"/>
                      <a:round/>
                      <a:headEnd type="none" w="med" len="med"/>
                      <a:tailEnd type="none" w="med" len="med"/>
                    </a:lnT>
                    <a:lnB w="6668">
                      <a:solidFill>
                        <a:srgbClr val="D5DDE3"/>
                      </a:solidFill>
                      <a:prstDash val="solid"/>
                    </a:lnB>
                    <a:solidFill>
                      <a:srgbClr val="FFFFFF"/>
                    </a:solidFill>
                  </a:tcPr>
                </a:tc>
                <a:tc>
                  <a:txBody>
                    <a:bodyPr/>
                    <a:lstStyle/>
                    <a:p>
                      <a:r>
                        <a:rPr sz="1800" b="0">
                          <a:solidFill>
                            <a:srgbClr val="243D50"/>
                          </a:solidFill>
                          <a:latin typeface="Arial"/>
                          <a:ea typeface="Arial"/>
                          <a:cs typeface="Arial"/>
                        </a:rPr>
                        <a:t>Uso de informação relevante não pública. As presunções são relativas.</a:t>
                      </a:r>
                    </a:p>
                  </a:txBody>
                  <a:tcPr marL="133350" marR="133350" marT="57150" marB="57150">
                    <a:lnL w="6668" cap="flat" cmpd="sng" algn="ctr">
                      <a:solidFill>
                        <a:srgbClr val="D5DDE3"/>
                      </a:solidFill>
                      <a:prstDash val="solid"/>
                      <a:round/>
                      <a:headEnd type="none" w="med" len="med"/>
                      <a:tailEnd type="none" w="med" len="med"/>
                    </a:lnL>
                    <a:lnR w="6668">
                      <a:solidFill>
                        <a:srgbClr val="D5DDE3"/>
                      </a:solidFill>
                      <a:prstDash val="solid"/>
                    </a:lnR>
                    <a:lnT w="6668" cap="flat" cmpd="sng" algn="ctr">
                      <a:solidFill>
                        <a:srgbClr val="D5DDE3"/>
                      </a:solidFill>
                      <a:prstDash val="solid"/>
                      <a:round/>
                      <a:headEnd type="none" w="med" len="med"/>
                      <a:tailEnd type="none" w="med" len="med"/>
                    </a:lnT>
                    <a:lnB w="6668">
                      <a:solidFill>
                        <a:srgbClr val="D5DDE3"/>
                      </a:solidFill>
                      <a:prstDash val="solid"/>
                    </a:lnB>
                    <a:solidFill>
                      <a:srgbClr val="FFFFFF"/>
                    </a:solidFill>
                  </a:tcPr>
                </a:tc>
                <a:tc>
                  <a:txBody>
                    <a:bodyPr/>
                    <a:lstStyle/>
                    <a:p>
                      <a:r>
                        <a:rPr sz="1800" b="0">
                          <a:solidFill>
                            <a:srgbClr val="243D50"/>
                          </a:solidFill>
                          <a:latin typeface="Arial"/>
                          <a:ea typeface="Arial"/>
                          <a:cs typeface="Arial"/>
                        </a:rPr>
                        <a:t>Separar fato, presunção e contestação documentada.</a:t>
                      </a:r>
                    </a:p>
                  </a:txBody>
                  <a:tcPr marL="133350" marR="133350" marT="57150" marB="57150">
                    <a:lnL w="6668" cap="flat" cmpd="sng" algn="ctr">
                      <a:solidFill>
                        <a:srgbClr val="D5DDE3"/>
                      </a:solidFill>
                      <a:prstDash val="solid"/>
                      <a:round/>
                      <a:headEnd type="none" w="med" len="med"/>
                      <a:tailEnd type="none" w="med" len="med"/>
                    </a:lnL>
                    <a:lnR w="6668">
                      <a:solidFill>
                        <a:srgbClr val="D5DDE3"/>
                      </a:solidFill>
                      <a:prstDash val="solid"/>
                    </a:lnR>
                    <a:lnT w="6668" cap="flat" cmpd="sng" algn="ctr">
                      <a:solidFill>
                        <a:srgbClr val="D5DDE3"/>
                      </a:solidFill>
                      <a:prstDash val="solid"/>
                      <a:round/>
                      <a:headEnd type="none" w="med" len="med"/>
                      <a:tailEnd type="none" w="med" len="med"/>
                    </a:lnT>
                    <a:lnB w="6668">
                      <a:solidFill>
                        <a:srgbClr val="D5DDE3"/>
                      </a:solidFill>
                      <a:prstDash val="solid"/>
                    </a:lnB>
                    <a:solidFill>
                      <a:srgbClr val="FFFFFF"/>
                    </a:solidFill>
                  </a:tcPr>
                </a:tc>
                <a:extLst>
                  <a:ext uri="{0D108BD9-81ED-4DB2-BD59-A6C34878D82A}">
                    <a16:rowId xmlns:a16="http://schemas.microsoft.com/office/drawing/2014/main" val="10001"/>
                  </a:ext>
                </a:extLst>
              </a:tr>
              <a:tr h="1000125">
                <a:tc>
                  <a:txBody>
                    <a:bodyPr/>
                    <a:lstStyle/>
                    <a:p>
                      <a:r>
                        <a:rPr sz="1800" b="0">
                          <a:solidFill>
                            <a:srgbClr val="243D50"/>
                          </a:solidFill>
                          <a:latin typeface="Arial"/>
                          <a:ea typeface="Arial"/>
                          <a:cs typeface="Arial"/>
                        </a:rPr>
                        <a:t>CVM 44, arts. 14 e 16</a:t>
                      </a:r>
                    </a:p>
                  </a:txBody>
                  <a:tcPr marL="133350" marR="133350" marT="57150" marB="57150">
                    <a:lnL w="6668">
                      <a:solidFill>
                        <a:srgbClr val="D5DDE3"/>
                      </a:solidFill>
                      <a:prstDash val="solid"/>
                    </a:lnL>
                    <a:lnR w="6668">
                      <a:solidFill>
                        <a:srgbClr val="D5DDE3"/>
                      </a:solidFill>
                      <a:prstDash val="solid"/>
                    </a:lnR>
                    <a:lnT w="6668" cap="flat" cmpd="sng" algn="ctr">
                      <a:solidFill>
                        <a:srgbClr val="D5DDE3"/>
                      </a:solidFill>
                      <a:prstDash val="solid"/>
                      <a:round/>
                      <a:headEnd type="none" w="med" len="med"/>
                      <a:tailEnd type="none" w="med" len="med"/>
                    </a:lnT>
                    <a:lnB w="6668">
                      <a:solidFill>
                        <a:srgbClr val="D5DDE3"/>
                      </a:solidFill>
                      <a:prstDash val="solid"/>
                    </a:lnB>
                    <a:solidFill>
                      <a:srgbClr val="F3F5F7"/>
                    </a:solidFill>
                  </a:tcPr>
                </a:tc>
                <a:tc>
                  <a:txBody>
                    <a:bodyPr/>
                    <a:lstStyle/>
                    <a:p>
                      <a:r>
                        <a:rPr sz="1800" b="0">
                          <a:solidFill>
                            <a:srgbClr val="243D50"/>
                          </a:solidFill>
                          <a:latin typeface="Arial"/>
                          <a:ea typeface="Arial"/>
                          <a:cs typeface="Arial"/>
                        </a:rPr>
                        <a:t>Período vedado de 15 dias tem sujeitos, ressalvas e exceções próprios.</a:t>
                      </a:r>
                    </a:p>
                  </a:txBody>
                  <a:tcPr marL="133350" marR="133350" marT="57150" marB="57150">
                    <a:lnL w="6668" cap="flat" cmpd="sng" algn="ctr">
                      <a:solidFill>
                        <a:srgbClr val="D5DDE3"/>
                      </a:solidFill>
                      <a:prstDash val="solid"/>
                      <a:round/>
                      <a:headEnd type="none" w="med" len="med"/>
                      <a:tailEnd type="none" w="med" len="med"/>
                    </a:lnL>
                    <a:lnR w="6668">
                      <a:solidFill>
                        <a:srgbClr val="D5DDE3"/>
                      </a:solidFill>
                      <a:prstDash val="solid"/>
                    </a:lnR>
                    <a:lnT w="6668" cap="flat" cmpd="sng" algn="ctr">
                      <a:solidFill>
                        <a:srgbClr val="D5DDE3"/>
                      </a:solidFill>
                      <a:prstDash val="solid"/>
                      <a:round/>
                      <a:headEnd type="none" w="med" len="med"/>
                      <a:tailEnd type="none" w="med" len="med"/>
                    </a:lnT>
                    <a:lnB w="6668">
                      <a:solidFill>
                        <a:srgbClr val="D5DDE3"/>
                      </a:solidFill>
                      <a:prstDash val="solid"/>
                    </a:lnB>
                    <a:solidFill>
                      <a:srgbClr val="F3F5F7"/>
                    </a:solidFill>
                  </a:tcPr>
                </a:tc>
                <a:tc>
                  <a:txBody>
                    <a:bodyPr/>
                    <a:lstStyle/>
                    <a:p>
                      <a:r>
                        <a:rPr sz="1800" b="0">
                          <a:solidFill>
                            <a:srgbClr val="243D50"/>
                          </a:solidFill>
                          <a:latin typeface="Arial"/>
                          <a:ea typeface="Arial"/>
                          <a:cs typeface="Arial"/>
                        </a:rPr>
                        <a:t>Verificar em fluxo específico. Plano alegado exige requisitos verificáveis.</a:t>
                      </a:r>
                    </a:p>
                  </a:txBody>
                  <a:tcPr marL="133350" marR="133350" marT="57150" marB="57150">
                    <a:lnL w="6668" cap="flat" cmpd="sng" algn="ctr">
                      <a:solidFill>
                        <a:srgbClr val="D5DDE3"/>
                      </a:solidFill>
                      <a:prstDash val="solid"/>
                      <a:round/>
                      <a:headEnd type="none" w="med" len="med"/>
                      <a:tailEnd type="none" w="med" len="med"/>
                    </a:lnL>
                    <a:lnR w="6668">
                      <a:solidFill>
                        <a:srgbClr val="D5DDE3"/>
                      </a:solidFill>
                      <a:prstDash val="solid"/>
                    </a:lnR>
                    <a:lnT w="6668" cap="flat" cmpd="sng" algn="ctr">
                      <a:solidFill>
                        <a:srgbClr val="D5DDE3"/>
                      </a:solidFill>
                      <a:prstDash val="solid"/>
                      <a:round/>
                      <a:headEnd type="none" w="med" len="med"/>
                      <a:tailEnd type="none" w="med" len="med"/>
                    </a:lnT>
                    <a:lnB w="6668">
                      <a:solidFill>
                        <a:srgbClr val="D5DDE3"/>
                      </a:solidFill>
                      <a:prstDash val="solid"/>
                    </a:lnB>
                    <a:solidFill>
                      <a:srgbClr val="F3F5F7"/>
                    </a:solidFill>
                  </a:tcPr>
                </a:tc>
                <a:extLst>
                  <a:ext uri="{0D108BD9-81ED-4DB2-BD59-A6C34878D82A}">
                    <a16:rowId xmlns:a16="http://schemas.microsoft.com/office/drawing/2014/main" val="10002"/>
                  </a:ext>
                </a:extLst>
              </a:tr>
              <a:tr h="1000125">
                <a:tc>
                  <a:txBody>
                    <a:bodyPr/>
                    <a:lstStyle/>
                    <a:p>
                      <a:r>
                        <a:rPr sz="1800" b="0">
                          <a:solidFill>
                            <a:srgbClr val="243D50"/>
                          </a:solidFill>
                          <a:latin typeface="Arial"/>
                          <a:ea typeface="Arial"/>
                          <a:cs typeface="Arial"/>
                        </a:rPr>
                        <a:t>CVM 35, arts. 33 IV, 41 e 48</a:t>
                      </a:r>
                    </a:p>
                  </a:txBody>
                  <a:tcPr marL="133350" marR="133350" marT="57150" marB="57150">
                    <a:lnL w="6668">
                      <a:solidFill>
                        <a:srgbClr val="D5DDE3"/>
                      </a:solidFill>
                      <a:prstDash val="solid"/>
                    </a:lnL>
                    <a:lnR w="6668">
                      <a:solidFill>
                        <a:srgbClr val="D5DDE3"/>
                      </a:solidFill>
                      <a:prstDash val="solid"/>
                    </a:lnR>
                    <a:lnT w="6668" cap="flat" cmpd="sng" algn="ctr">
                      <a:solidFill>
                        <a:srgbClr val="D5DDE3"/>
                      </a:solidFill>
                      <a:prstDash val="solid"/>
                      <a:round/>
                      <a:headEnd type="none" w="med" len="med"/>
                      <a:tailEnd type="none" w="med" len="med"/>
                    </a:lnT>
                    <a:lnB w="6668">
                      <a:solidFill>
                        <a:srgbClr val="D5DDE3"/>
                      </a:solidFill>
                      <a:prstDash val="solid"/>
                    </a:lnB>
                    <a:solidFill>
                      <a:srgbClr val="FFFFFF"/>
                    </a:solidFill>
                  </a:tcPr>
                </a:tc>
                <a:tc>
                  <a:txBody>
                    <a:bodyPr/>
                    <a:lstStyle/>
                    <a:p>
                      <a:r>
                        <a:rPr sz="1800" b="0">
                          <a:solidFill>
                            <a:srgbClr val="243D50"/>
                          </a:solidFill>
                          <a:latin typeface="Arial"/>
                          <a:ea typeface="Arial"/>
                          <a:cs typeface="Arial"/>
                        </a:rPr>
                        <a:t>Comunicação, segurança e conservação dos registros do intermediário.</a:t>
                      </a:r>
                    </a:p>
                  </a:txBody>
                  <a:tcPr marL="133350" marR="133350" marT="57150" marB="57150">
                    <a:lnL w="6668" cap="flat" cmpd="sng" algn="ctr">
                      <a:solidFill>
                        <a:srgbClr val="D5DDE3"/>
                      </a:solidFill>
                      <a:prstDash val="solid"/>
                      <a:round/>
                      <a:headEnd type="none" w="med" len="med"/>
                      <a:tailEnd type="none" w="med" len="med"/>
                    </a:lnL>
                    <a:lnR w="6668">
                      <a:solidFill>
                        <a:srgbClr val="D5DDE3"/>
                      </a:solidFill>
                      <a:prstDash val="solid"/>
                    </a:lnR>
                    <a:lnT w="6668" cap="flat" cmpd="sng" algn="ctr">
                      <a:solidFill>
                        <a:srgbClr val="D5DDE3"/>
                      </a:solidFill>
                      <a:prstDash val="solid"/>
                      <a:round/>
                      <a:headEnd type="none" w="med" len="med"/>
                      <a:tailEnd type="none" w="med" len="med"/>
                    </a:lnT>
                    <a:lnB w="6668">
                      <a:solidFill>
                        <a:srgbClr val="D5DDE3"/>
                      </a:solidFill>
                      <a:prstDash val="solid"/>
                    </a:lnB>
                    <a:solidFill>
                      <a:srgbClr val="FFFFFF"/>
                    </a:solidFill>
                  </a:tcPr>
                </a:tc>
                <a:tc>
                  <a:txBody>
                    <a:bodyPr/>
                    <a:lstStyle/>
                    <a:p>
                      <a:r>
                        <a:rPr sz="1800" b="0" dirty="0">
                          <a:solidFill>
                            <a:srgbClr val="243D50"/>
                          </a:solidFill>
                          <a:latin typeface="Arial"/>
                          <a:ea typeface="Arial"/>
                          <a:cs typeface="Arial"/>
                        </a:rPr>
                        <a:t>Compliance </a:t>
                      </a:r>
                      <a:r>
                        <a:rPr sz="1800" b="0" dirty="0" err="1">
                          <a:solidFill>
                            <a:srgbClr val="243D50"/>
                          </a:solidFill>
                          <a:latin typeface="Arial"/>
                          <a:ea typeface="Arial"/>
                          <a:cs typeface="Arial"/>
                        </a:rPr>
                        <a:t>avalia</a:t>
                      </a:r>
                      <a:r>
                        <a:rPr sz="1800" b="0" dirty="0">
                          <a:solidFill>
                            <a:srgbClr val="243D50"/>
                          </a:solidFill>
                          <a:latin typeface="Arial"/>
                          <a:ea typeface="Arial"/>
                          <a:cs typeface="Arial"/>
                        </a:rPr>
                        <a:t> </a:t>
                      </a:r>
                      <a:r>
                        <a:rPr sz="1800" b="0" dirty="0" err="1">
                          <a:solidFill>
                            <a:srgbClr val="243D50"/>
                          </a:solidFill>
                          <a:latin typeface="Arial"/>
                          <a:ea typeface="Arial"/>
                          <a:cs typeface="Arial"/>
                        </a:rPr>
                        <a:t>dever</a:t>
                      </a:r>
                      <a:r>
                        <a:rPr sz="1800" b="0" dirty="0">
                          <a:solidFill>
                            <a:srgbClr val="243D50"/>
                          </a:solidFill>
                          <a:latin typeface="Arial"/>
                          <a:ea typeface="Arial"/>
                          <a:cs typeface="Arial"/>
                        </a:rPr>
                        <a:t> e </a:t>
                      </a:r>
                      <a:r>
                        <a:rPr sz="1800" b="0" dirty="0" err="1">
                          <a:solidFill>
                            <a:srgbClr val="243D50"/>
                          </a:solidFill>
                          <a:latin typeface="Arial"/>
                          <a:ea typeface="Arial"/>
                          <a:cs typeface="Arial"/>
                        </a:rPr>
                        <a:t>prazo</a:t>
                      </a:r>
                      <a:r>
                        <a:rPr sz="1800" b="0" dirty="0">
                          <a:solidFill>
                            <a:srgbClr val="243D50"/>
                          </a:solidFill>
                          <a:latin typeface="Arial"/>
                          <a:ea typeface="Arial"/>
                          <a:cs typeface="Arial"/>
                        </a:rPr>
                        <a:t>. </a:t>
                      </a:r>
                      <a:r>
                        <a:rPr sz="1800" b="0" dirty="0" err="1">
                          <a:solidFill>
                            <a:srgbClr val="243D50"/>
                          </a:solidFill>
                          <a:latin typeface="Arial"/>
                          <a:ea typeface="Arial"/>
                          <a:cs typeface="Arial"/>
                        </a:rPr>
                        <a:t>Preservar</a:t>
                      </a:r>
                      <a:r>
                        <a:rPr sz="1800" b="0" dirty="0">
                          <a:solidFill>
                            <a:srgbClr val="243D50"/>
                          </a:solidFill>
                          <a:latin typeface="Arial"/>
                          <a:ea typeface="Arial"/>
                          <a:cs typeface="Arial"/>
                        </a:rPr>
                        <a:t> </a:t>
                      </a:r>
                      <a:r>
                        <a:rPr sz="1800" b="0" dirty="0" err="1">
                          <a:solidFill>
                            <a:srgbClr val="243D50"/>
                          </a:solidFill>
                          <a:latin typeface="Arial"/>
                          <a:ea typeface="Arial"/>
                          <a:cs typeface="Arial"/>
                        </a:rPr>
                        <a:t>fontes</a:t>
                      </a:r>
                      <a:r>
                        <a:rPr sz="1800" b="0" dirty="0">
                          <a:solidFill>
                            <a:srgbClr val="243D50"/>
                          </a:solidFill>
                          <a:latin typeface="Arial"/>
                          <a:ea typeface="Arial"/>
                          <a:cs typeface="Arial"/>
                        </a:rPr>
                        <a:t> e </a:t>
                      </a:r>
                      <a:r>
                        <a:rPr sz="1800" b="0" dirty="0" err="1">
                          <a:solidFill>
                            <a:srgbClr val="243D50"/>
                          </a:solidFill>
                          <a:latin typeface="Arial"/>
                          <a:ea typeface="Arial"/>
                          <a:cs typeface="Arial"/>
                        </a:rPr>
                        <a:t>decisões</a:t>
                      </a:r>
                      <a:r>
                        <a:rPr sz="1800" b="0" dirty="0">
                          <a:solidFill>
                            <a:srgbClr val="243D50"/>
                          </a:solidFill>
                          <a:latin typeface="Arial"/>
                          <a:ea typeface="Arial"/>
                          <a:cs typeface="Arial"/>
                        </a:rPr>
                        <a:t> </a:t>
                      </a:r>
                      <a:r>
                        <a:rPr sz="1800" b="0" dirty="0" err="1">
                          <a:solidFill>
                            <a:srgbClr val="243D50"/>
                          </a:solidFill>
                          <a:latin typeface="Arial"/>
                          <a:ea typeface="Arial"/>
                          <a:cs typeface="Arial"/>
                        </a:rPr>
                        <a:t>humanas</a:t>
                      </a:r>
                      <a:r>
                        <a:rPr sz="1800" b="0" dirty="0">
                          <a:solidFill>
                            <a:srgbClr val="243D50"/>
                          </a:solidFill>
                          <a:latin typeface="Arial"/>
                          <a:ea typeface="Arial"/>
                          <a:cs typeface="Arial"/>
                        </a:rPr>
                        <a:t>.</a:t>
                      </a:r>
                    </a:p>
                  </a:txBody>
                  <a:tcPr marL="133350" marR="133350" marT="57150" marB="57150">
                    <a:lnL w="6668" cap="flat" cmpd="sng" algn="ctr">
                      <a:solidFill>
                        <a:srgbClr val="D5DDE3"/>
                      </a:solidFill>
                      <a:prstDash val="solid"/>
                      <a:round/>
                      <a:headEnd type="none" w="med" len="med"/>
                      <a:tailEnd type="none" w="med" len="med"/>
                    </a:lnL>
                    <a:lnR w="6668">
                      <a:solidFill>
                        <a:srgbClr val="D5DDE3"/>
                      </a:solidFill>
                      <a:prstDash val="solid"/>
                    </a:lnR>
                    <a:lnT w="6668" cap="flat" cmpd="sng" algn="ctr">
                      <a:solidFill>
                        <a:srgbClr val="D5DDE3"/>
                      </a:solidFill>
                      <a:prstDash val="solid"/>
                      <a:round/>
                      <a:headEnd type="none" w="med" len="med"/>
                      <a:tailEnd type="none" w="med" len="med"/>
                    </a:lnT>
                    <a:lnB w="6668">
                      <a:solidFill>
                        <a:srgbClr val="D5DDE3"/>
                      </a:solidFill>
                      <a:prstDash val="solid"/>
                    </a:lnB>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1997221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CFBF8"/>
        </a:solidFill>
        <a:effectLst/>
      </p:bgPr>
    </p:bg>
    <p:spTree>
      <p:nvGrpSpPr>
        <p:cNvPr id="1" name=""/>
        <p:cNvGrpSpPr/>
        <p:nvPr/>
      </p:nvGrpSpPr>
      <p:grpSpPr>
        <a:xfrm>
          <a:off x="0" y="0"/>
          <a:ext cx="0" cy="0"/>
          <a:chOff x="0" y="0"/>
          <a:chExt cx="0" cy="0"/>
        </a:xfrm>
      </p:grpSpPr>
      <p:sp>
        <p:nvSpPr>
          <p:cNvPr id="6" name="heading">
            <a:extLst>
              <a:ext uri="{FF2B5EF4-FFF2-40B4-BE49-F238E27FC236}">
                <a16:creationId xmlns:a16="http://schemas.microsoft.com/office/drawing/2014/main" id="{19DDDA90-1D21-4152-84AC-4182B14D3A15}"/>
              </a:ext>
            </a:extLst>
          </p:cNvPr>
          <p:cNvSpPr>
            <a:spLocks noGrp="1"/>
          </p:cNvSpPr>
          <p:nvPr/>
        </p:nvSpPr>
        <p:spPr>
          <a:xfrm>
            <a:off x="609600" y="457200"/>
            <a:ext cx="10953750" cy="952500"/>
          </a:xfrm>
          <a:prstGeom prst="rect">
            <a:avLst/>
          </a:prstGeom>
          <a:noFill/>
          <a:ln w="0">
            <a:noFill/>
            <a:prstDash val="solid"/>
          </a:ln>
        </p:spPr>
        <p:txBody>
          <a:bodyPr wrap="square" lIns="0" tIns="0" rIns="0" bIns="0" anchor="t">
            <a:noAutofit/>
          </a:bodyPr>
          <a:lstStyle>
            <a:defPPr algn="l">
              <a:defRPr sz="3225" b="1">
                <a:solidFill>
                  <a:srgbClr val="17334C"/>
                </a:solidFill>
                <a:latin typeface="Arial"/>
                <a:ea typeface="Arial"/>
                <a:cs typeface="Arial"/>
              </a:defRPr>
            </a:defPPr>
            <a:lvl1pPr algn="l">
              <a:defRPr sz="3225" b="1">
                <a:solidFill>
                  <a:srgbClr val="17334C"/>
                </a:solidFill>
                <a:latin typeface="Arial"/>
                <a:ea typeface="Arial"/>
                <a:cs typeface="Arial"/>
              </a:defRPr>
            </a:lvl1pPr>
            <a:lvl2pPr algn="l">
              <a:defRPr sz="3225" b="1">
                <a:solidFill>
                  <a:srgbClr val="17334C"/>
                </a:solidFill>
                <a:latin typeface="Arial"/>
                <a:ea typeface="Arial"/>
                <a:cs typeface="Arial"/>
              </a:defRPr>
            </a:lvl2pPr>
            <a:lvl3pPr algn="l">
              <a:defRPr sz="3225" b="1">
                <a:solidFill>
                  <a:srgbClr val="17334C"/>
                </a:solidFill>
                <a:latin typeface="Arial"/>
                <a:ea typeface="Arial"/>
                <a:cs typeface="Arial"/>
              </a:defRPr>
            </a:lvl3pPr>
            <a:lvl4pPr algn="l">
              <a:defRPr sz="3225" b="1">
                <a:solidFill>
                  <a:srgbClr val="17334C"/>
                </a:solidFill>
                <a:latin typeface="Arial"/>
                <a:ea typeface="Arial"/>
                <a:cs typeface="Arial"/>
              </a:defRPr>
            </a:lvl4pPr>
            <a:lvl5pPr algn="l">
              <a:defRPr sz="3225" b="1">
                <a:solidFill>
                  <a:srgbClr val="17334C"/>
                </a:solidFill>
                <a:latin typeface="Arial"/>
                <a:ea typeface="Arial"/>
                <a:cs typeface="Arial"/>
              </a:defRPr>
            </a:lvl5pPr>
            <a:lvl6pPr algn="l">
              <a:defRPr sz="3225" b="1">
                <a:solidFill>
                  <a:srgbClr val="17334C"/>
                </a:solidFill>
                <a:latin typeface="Arial"/>
                <a:ea typeface="Arial"/>
                <a:cs typeface="Arial"/>
              </a:defRPr>
            </a:lvl6pPr>
            <a:lvl7pPr algn="l">
              <a:defRPr sz="3225" b="1">
                <a:solidFill>
                  <a:srgbClr val="17334C"/>
                </a:solidFill>
                <a:latin typeface="Arial"/>
                <a:ea typeface="Arial"/>
                <a:cs typeface="Arial"/>
              </a:defRPr>
            </a:lvl7pPr>
            <a:lvl8pPr algn="l">
              <a:defRPr sz="3225" b="1">
                <a:solidFill>
                  <a:srgbClr val="17334C"/>
                </a:solidFill>
                <a:latin typeface="Arial"/>
                <a:ea typeface="Arial"/>
                <a:cs typeface="Arial"/>
              </a:defRPr>
            </a:lvl8pPr>
            <a:lvl9pPr algn="l">
              <a:defRPr sz="3225" b="1">
                <a:solidFill>
                  <a:srgbClr val="17334C"/>
                </a:solidFill>
                <a:latin typeface="Arial"/>
                <a:ea typeface="Arial"/>
                <a:cs typeface="Arial"/>
              </a:defRPr>
            </a:lvl9pPr>
          </a:lstStyle>
          <a:p>
            <a:pPr algn="l">
              <a:defRPr sz="3225" b="1">
                <a:solidFill>
                  <a:srgbClr val="17334C"/>
                </a:solidFill>
                <a:latin typeface="Arial"/>
                <a:ea typeface="Arial"/>
                <a:cs typeface="Arial"/>
              </a:defRPr>
            </a:pPr>
            <a:r>
              <a:rPr sz="3225" b="1">
                <a:solidFill>
                  <a:srgbClr val="17334C"/>
                </a:solidFill>
                <a:latin typeface="Arial"/>
                <a:ea typeface="Arial"/>
                <a:cs typeface="Arial"/>
              </a:rPr>
              <a:t>Agra/Cyrela: desfechos individuais diferentes</a:t>
            </a:r>
          </a:p>
        </p:txBody>
      </p:sp>
      <p:sp>
        <p:nvSpPr>
          <p:cNvPr id="2" name="subheading">
            <a:extLst>
              <a:ext uri="{FF2B5EF4-FFF2-40B4-BE49-F238E27FC236}">
                <a16:creationId xmlns:a16="http://schemas.microsoft.com/office/drawing/2014/main" id="{90EC9F42-0BAB-48C3-B200-1360C8438E44}"/>
              </a:ext>
            </a:extLst>
          </p:cNvPr>
          <p:cNvSpPr>
            <a:spLocks noGrp="1"/>
          </p:cNvSpPr>
          <p:nvPr/>
        </p:nvSpPr>
        <p:spPr>
          <a:xfrm>
            <a:off x="609600" y="1438275"/>
            <a:ext cx="10953750" cy="514350"/>
          </a:xfrm>
          <a:prstGeom prst="rect">
            <a:avLst/>
          </a:prstGeom>
          <a:noFill/>
          <a:ln w="0">
            <a:noFill/>
            <a:prstDash val="solid"/>
          </a:ln>
        </p:spPr>
        <p:txBody>
          <a:bodyPr wrap="square" lIns="0" tIns="0" rIns="0" bIns="0" anchor="t">
            <a:noAutofit/>
          </a:bodyPr>
          <a:lstStyle>
            <a:defPPr algn="l">
              <a:defRPr sz="1725" b="0">
                <a:solidFill>
                  <a:srgbClr val="5B6B78"/>
                </a:solidFill>
                <a:latin typeface="Arial"/>
                <a:ea typeface="Arial"/>
                <a:cs typeface="Arial"/>
              </a:defRPr>
            </a:defPPr>
            <a:lvl1pPr algn="l">
              <a:defRPr sz="1725" b="0">
                <a:solidFill>
                  <a:srgbClr val="5B6B78"/>
                </a:solidFill>
                <a:latin typeface="Arial"/>
                <a:ea typeface="Arial"/>
                <a:cs typeface="Arial"/>
              </a:defRPr>
            </a:lvl1pPr>
            <a:lvl2pPr algn="l">
              <a:defRPr sz="1725" b="0">
                <a:solidFill>
                  <a:srgbClr val="5B6B78"/>
                </a:solidFill>
                <a:latin typeface="Arial"/>
                <a:ea typeface="Arial"/>
                <a:cs typeface="Arial"/>
              </a:defRPr>
            </a:lvl2pPr>
            <a:lvl3pPr algn="l">
              <a:defRPr sz="1725" b="0">
                <a:solidFill>
                  <a:srgbClr val="5B6B78"/>
                </a:solidFill>
                <a:latin typeface="Arial"/>
                <a:ea typeface="Arial"/>
                <a:cs typeface="Arial"/>
              </a:defRPr>
            </a:lvl3pPr>
            <a:lvl4pPr algn="l">
              <a:defRPr sz="1725" b="0">
                <a:solidFill>
                  <a:srgbClr val="5B6B78"/>
                </a:solidFill>
                <a:latin typeface="Arial"/>
                <a:ea typeface="Arial"/>
                <a:cs typeface="Arial"/>
              </a:defRPr>
            </a:lvl4pPr>
            <a:lvl5pPr algn="l">
              <a:defRPr sz="1725" b="0">
                <a:solidFill>
                  <a:srgbClr val="5B6B78"/>
                </a:solidFill>
                <a:latin typeface="Arial"/>
                <a:ea typeface="Arial"/>
                <a:cs typeface="Arial"/>
              </a:defRPr>
            </a:lvl5pPr>
            <a:lvl6pPr algn="l">
              <a:defRPr sz="1725" b="0">
                <a:solidFill>
                  <a:srgbClr val="5B6B78"/>
                </a:solidFill>
                <a:latin typeface="Arial"/>
                <a:ea typeface="Arial"/>
                <a:cs typeface="Arial"/>
              </a:defRPr>
            </a:lvl6pPr>
            <a:lvl7pPr algn="l">
              <a:defRPr sz="1725" b="0">
                <a:solidFill>
                  <a:srgbClr val="5B6B78"/>
                </a:solidFill>
                <a:latin typeface="Arial"/>
                <a:ea typeface="Arial"/>
                <a:cs typeface="Arial"/>
              </a:defRPr>
            </a:lvl7pPr>
            <a:lvl8pPr algn="l">
              <a:defRPr sz="1725" b="0">
                <a:solidFill>
                  <a:srgbClr val="5B6B78"/>
                </a:solidFill>
                <a:latin typeface="Arial"/>
                <a:ea typeface="Arial"/>
                <a:cs typeface="Arial"/>
              </a:defRPr>
            </a:lvl8pPr>
            <a:lvl9pPr algn="l">
              <a:defRPr sz="1725" b="0">
                <a:solidFill>
                  <a:srgbClr val="5B6B78"/>
                </a:solidFill>
                <a:latin typeface="Arial"/>
                <a:ea typeface="Arial"/>
                <a:cs typeface="Arial"/>
              </a:defRPr>
            </a:lvl9pPr>
          </a:lstStyle>
          <a:p>
            <a:pPr algn="l">
              <a:defRPr sz="1725" b="0">
                <a:solidFill>
                  <a:srgbClr val="5B6B78"/>
                </a:solidFill>
                <a:latin typeface="Arial"/>
                <a:ea typeface="Arial"/>
                <a:cs typeface="Arial"/>
              </a:defRPr>
            </a:pPr>
            <a:r>
              <a:rPr sz="1725" b="0">
                <a:solidFill>
                  <a:srgbClr val="5B6B78"/>
                </a:solidFill>
                <a:latin typeface="Arial"/>
                <a:ea typeface="Arial"/>
                <a:cs typeface="Arial"/>
              </a:rPr>
              <a:t>PAS 26/2010. Sessão CVM de 27/11/2018. Comparação documental inicial.</a:t>
            </a:r>
          </a:p>
        </p:txBody>
      </p:sp>
      <p:graphicFrame>
        <p:nvGraphicFramePr>
          <p:cNvPr id="4" name="Tabela 3">
            <a:extLst>
              <a:ext uri="{FF2B5EF4-FFF2-40B4-BE49-F238E27FC236}">
                <a16:creationId xmlns:a16="http://schemas.microsoft.com/office/drawing/2014/main" id="{355BF6F8-0869-4EF3-9D0D-27748646F26D}"/>
              </a:ext>
            </a:extLst>
          </p:cNvPr>
          <p:cNvGraphicFramePr/>
          <p:nvPr/>
        </p:nvGraphicFramePr>
        <p:xfrm>
          <a:off x="609600" y="2076450"/>
          <a:ext cx="10953750" cy="3505200"/>
        </p:xfrm>
        <a:graphic>
          <a:graphicData uri="http://schemas.openxmlformats.org/drawingml/2006/table">
            <a:tbl>
              <a:tblPr/>
              <a:tblGrid>
                <a:gridCol w="5476875">
                  <a:extLst>
                    <a:ext uri="{9D8B030D-6E8A-4147-A177-3AD203B41FA5}">
                      <a16:colId xmlns:a16="http://schemas.microsoft.com/office/drawing/2014/main" val="20000"/>
                    </a:ext>
                  </a:extLst>
                </a:gridCol>
                <a:gridCol w="5476875">
                  <a:extLst>
                    <a:ext uri="{9D8B030D-6E8A-4147-A177-3AD203B41FA5}">
                      <a16:colId xmlns:a16="http://schemas.microsoft.com/office/drawing/2014/main" val="20001"/>
                    </a:ext>
                  </a:extLst>
                </a:gridCol>
              </a:tblGrid>
              <a:tr h="571500">
                <a:tc>
                  <a:txBody>
                    <a:bodyPr/>
                    <a:lstStyle/>
                    <a:p>
                      <a:r>
                        <a:rPr sz="1875" b="1">
                          <a:solidFill>
                            <a:srgbClr val="FFFFFF"/>
                          </a:solidFill>
                          <a:latin typeface="Arial"/>
                          <a:ea typeface="Arial"/>
                          <a:cs typeface="Arial"/>
                        </a:rPr>
                        <a:t>Diego Soares de Arruda</a:t>
                      </a:r>
                    </a:p>
                  </a:txBody>
                  <a:tcPr marL="133350" marR="133350" marT="57150" marB="57150">
                    <a:lnL w="6668">
                      <a:solidFill>
                        <a:srgbClr val="D5DDE3"/>
                      </a:solidFill>
                      <a:prstDash val="solid"/>
                    </a:lnL>
                    <a:lnR w="6668">
                      <a:solidFill>
                        <a:srgbClr val="D5DDE3"/>
                      </a:solidFill>
                      <a:prstDash val="solid"/>
                    </a:lnR>
                    <a:lnT w="6668">
                      <a:solidFill>
                        <a:srgbClr val="D5DDE3"/>
                      </a:solidFill>
                      <a:prstDash val="solid"/>
                    </a:lnT>
                    <a:lnB w="6668">
                      <a:solidFill>
                        <a:srgbClr val="D5DDE3"/>
                      </a:solidFill>
                      <a:prstDash val="solid"/>
                    </a:lnB>
                    <a:solidFill>
                      <a:srgbClr val="17334C"/>
                    </a:solidFill>
                  </a:tcPr>
                </a:tc>
                <a:tc>
                  <a:txBody>
                    <a:bodyPr/>
                    <a:lstStyle/>
                    <a:p>
                      <a:r>
                        <a:rPr sz="1875" b="1">
                          <a:solidFill>
                            <a:srgbClr val="FFFFFF"/>
                          </a:solidFill>
                          <a:latin typeface="Arial"/>
                          <a:ea typeface="Arial"/>
                          <a:cs typeface="Arial"/>
                        </a:rPr>
                        <a:t>Didier Maurice Klotz</a:t>
                      </a:r>
                    </a:p>
                  </a:txBody>
                  <a:tcPr marL="133350" marR="133350" marT="57150" marB="57150">
                    <a:lnL w="6668" cap="flat" cmpd="sng" algn="ctr">
                      <a:solidFill>
                        <a:srgbClr val="D5DDE3"/>
                      </a:solidFill>
                      <a:prstDash val="solid"/>
                      <a:round/>
                      <a:headEnd type="none" w="med" len="med"/>
                      <a:tailEnd type="none" w="med" len="med"/>
                    </a:lnL>
                    <a:lnR w="6668">
                      <a:solidFill>
                        <a:srgbClr val="D5DDE3"/>
                      </a:solidFill>
                      <a:prstDash val="solid"/>
                    </a:lnR>
                    <a:lnT w="6668">
                      <a:solidFill>
                        <a:srgbClr val="D5DDE3"/>
                      </a:solidFill>
                      <a:prstDash val="solid"/>
                    </a:lnT>
                    <a:lnB w="6668">
                      <a:solidFill>
                        <a:srgbClr val="D5DDE3"/>
                      </a:solidFill>
                      <a:prstDash val="solid"/>
                    </a:lnB>
                    <a:solidFill>
                      <a:srgbClr val="17334C"/>
                    </a:solidFill>
                  </a:tcPr>
                </a:tc>
                <a:extLst>
                  <a:ext uri="{0D108BD9-81ED-4DB2-BD59-A6C34878D82A}">
                    <a16:rowId xmlns:a16="http://schemas.microsoft.com/office/drawing/2014/main" val="10000"/>
                  </a:ext>
                </a:extLst>
              </a:tr>
              <a:tr h="1466850">
                <a:tc>
                  <a:txBody>
                    <a:bodyPr/>
                    <a:lstStyle/>
                    <a:p>
                      <a:r>
                        <a:rPr sz="2025" b="0">
                          <a:solidFill>
                            <a:srgbClr val="243D50"/>
                          </a:solidFill>
                          <a:latin typeface="Arial"/>
                          <a:ea typeface="Arial"/>
                          <a:cs typeface="Arial"/>
                        </a:rPr>
                        <a:t>Condenação unânime na sessão.</a:t>
                      </a:r>
                    </a:p>
                    <a:p>
                      <a:r>
                        <a:rPr sz="2025" b="0">
                          <a:solidFill>
                            <a:srgbClr val="243D50"/>
                          </a:solidFill>
                          <a:latin typeface="Arial"/>
                          <a:ea typeface="Arial"/>
                          <a:cs typeface="Arial"/>
                        </a:rPr>
                        <a:t>Operações pela conta da mãe.</a:t>
                      </a:r>
                    </a:p>
                    <a:p>
                      <a:r>
                        <a:rPr sz="2025" b="0">
                          <a:solidFill>
                            <a:srgbClr val="243D50"/>
                          </a:solidFill>
                          <a:latin typeface="Arial"/>
                          <a:ea typeface="Arial"/>
                          <a:cs typeface="Arial"/>
                        </a:rPr>
                        <a:t>Multa de R$ 1.266.255,51.</a:t>
                      </a:r>
                    </a:p>
                  </a:txBody>
                  <a:tcPr marL="133350" marR="133350" marT="57150" marB="57150">
                    <a:lnL w="6668">
                      <a:solidFill>
                        <a:srgbClr val="D5DDE3"/>
                      </a:solidFill>
                      <a:prstDash val="solid"/>
                    </a:lnL>
                    <a:lnR w="6668">
                      <a:solidFill>
                        <a:srgbClr val="D5DDE3"/>
                      </a:solidFill>
                      <a:prstDash val="solid"/>
                    </a:lnR>
                    <a:lnT w="6668" cap="flat" cmpd="sng" algn="ctr">
                      <a:solidFill>
                        <a:srgbClr val="D5DDE3"/>
                      </a:solidFill>
                      <a:prstDash val="solid"/>
                      <a:round/>
                      <a:headEnd type="none" w="med" len="med"/>
                      <a:tailEnd type="none" w="med" len="med"/>
                    </a:lnT>
                    <a:lnB w="6668">
                      <a:solidFill>
                        <a:srgbClr val="D5DDE3"/>
                      </a:solidFill>
                      <a:prstDash val="solid"/>
                    </a:lnB>
                    <a:solidFill>
                      <a:srgbClr val="FFFFFF"/>
                    </a:solidFill>
                  </a:tcPr>
                </a:tc>
                <a:tc>
                  <a:txBody>
                    <a:bodyPr/>
                    <a:lstStyle/>
                    <a:p>
                      <a:r>
                        <a:rPr sz="2025" b="0">
                          <a:solidFill>
                            <a:srgbClr val="243D50"/>
                          </a:solidFill>
                          <a:latin typeface="Arial"/>
                          <a:ea typeface="Arial"/>
                          <a:cs typeface="Arial"/>
                        </a:rPr>
                        <a:t>Absolvição por empate.</a:t>
                      </a:r>
                    </a:p>
                    <a:p>
                      <a:r>
                        <a:rPr sz="2025" b="0">
                          <a:solidFill>
                            <a:srgbClr val="243D50"/>
                          </a:solidFill>
                          <a:latin typeface="Arial"/>
                          <a:ea typeface="Arial"/>
                          <a:cs typeface="Arial"/>
                        </a:rPr>
                        <a:t>Dúvida resolvida em favor do acusado.</a:t>
                      </a:r>
                    </a:p>
                  </a:txBody>
                  <a:tcPr marL="133350" marR="133350" marT="57150" marB="57150">
                    <a:lnL w="6668" cap="flat" cmpd="sng" algn="ctr">
                      <a:solidFill>
                        <a:srgbClr val="D5DDE3"/>
                      </a:solidFill>
                      <a:prstDash val="solid"/>
                      <a:round/>
                      <a:headEnd type="none" w="med" len="med"/>
                      <a:tailEnd type="none" w="med" len="med"/>
                    </a:lnL>
                    <a:lnR w="6668">
                      <a:solidFill>
                        <a:srgbClr val="D5DDE3"/>
                      </a:solidFill>
                      <a:prstDash val="solid"/>
                    </a:lnR>
                    <a:lnT w="6668" cap="flat" cmpd="sng" algn="ctr">
                      <a:solidFill>
                        <a:srgbClr val="D5DDE3"/>
                      </a:solidFill>
                      <a:prstDash val="solid"/>
                      <a:round/>
                      <a:headEnd type="none" w="med" len="med"/>
                      <a:tailEnd type="none" w="med" len="med"/>
                    </a:lnT>
                    <a:lnB w="6668">
                      <a:solidFill>
                        <a:srgbClr val="D5DDE3"/>
                      </a:solidFill>
                      <a:prstDash val="solid"/>
                    </a:lnB>
                    <a:solidFill>
                      <a:srgbClr val="FFFFFF"/>
                    </a:solidFill>
                  </a:tcPr>
                </a:tc>
                <a:extLst>
                  <a:ext uri="{0D108BD9-81ED-4DB2-BD59-A6C34878D82A}">
                    <a16:rowId xmlns:a16="http://schemas.microsoft.com/office/drawing/2014/main" val="10001"/>
                  </a:ext>
                </a:extLst>
              </a:tr>
              <a:tr h="1466850">
                <a:tc>
                  <a:txBody>
                    <a:bodyPr/>
                    <a:lstStyle/>
                    <a:p>
                      <a:r>
                        <a:rPr sz="2025" b="0">
                          <a:solidFill>
                            <a:srgbClr val="243D50"/>
                          </a:solidFill>
                          <a:latin typeface="Arial"/>
                          <a:ea typeface="Arial"/>
                          <a:cs typeface="Arial"/>
                        </a:rPr>
                        <a:t>O voto consultado adere ao conjunto probatório da condenação. Individualizar os indícios exige o voto de Henrique Machado.</a:t>
                      </a:r>
                    </a:p>
                  </a:txBody>
                  <a:tcPr marL="133350" marR="133350" marT="57150" marB="57150">
                    <a:lnL w="6668">
                      <a:solidFill>
                        <a:srgbClr val="D5DDE3"/>
                      </a:solidFill>
                      <a:prstDash val="solid"/>
                    </a:lnL>
                    <a:lnR w="6668">
                      <a:solidFill>
                        <a:srgbClr val="D5DDE3"/>
                      </a:solidFill>
                      <a:prstDash val="solid"/>
                    </a:lnR>
                    <a:lnT w="6668" cap="flat" cmpd="sng" algn="ctr">
                      <a:solidFill>
                        <a:srgbClr val="D5DDE3"/>
                      </a:solidFill>
                      <a:prstDash val="solid"/>
                      <a:round/>
                      <a:headEnd type="none" w="med" len="med"/>
                      <a:tailEnd type="none" w="med" len="med"/>
                    </a:lnT>
                    <a:lnB w="6668">
                      <a:solidFill>
                        <a:srgbClr val="D5DDE3"/>
                      </a:solidFill>
                      <a:prstDash val="solid"/>
                    </a:lnB>
                    <a:solidFill>
                      <a:srgbClr val="F3F5F7"/>
                    </a:solidFill>
                  </a:tcPr>
                </a:tc>
                <a:tc>
                  <a:txBody>
                    <a:bodyPr/>
                    <a:lstStyle/>
                    <a:p>
                      <a:r>
                        <a:rPr sz="2025" b="0">
                          <a:solidFill>
                            <a:srgbClr val="243D50"/>
                          </a:solidFill>
                          <a:latin typeface="Arial"/>
                          <a:ea typeface="Arial"/>
                          <a:cs typeface="Arial"/>
                        </a:rPr>
                        <a:t>Gonzalez não identificou assimetria relevante na venda de 30/07/2008, após a divulgação inicial.</a:t>
                      </a:r>
                    </a:p>
                  </a:txBody>
                  <a:tcPr marL="133350" marR="133350" marT="57150" marB="57150">
                    <a:lnL w="6668" cap="flat" cmpd="sng" algn="ctr">
                      <a:solidFill>
                        <a:srgbClr val="D5DDE3"/>
                      </a:solidFill>
                      <a:prstDash val="solid"/>
                      <a:round/>
                      <a:headEnd type="none" w="med" len="med"/>
                      <a:tailEnd type="none" w="med" len="med"/>
                    </a:lnL>
                    <a:lnR w="6668">
                      <a:solidFill>
                        <a:srgbClr val="D5DDE3"/>
                      </a:solidFill>
                      <a:prstDash val="solid"/>
                    </a:lnR>
                    <a:lnT w="6668" cap="flat" cmpd="sng" algn="ctr">
                      <a:solidFill>
                        <a:srgbClr val="D5DDE3"/>
                      </a:solidFill>
                      <a:prstDash val="solid"/>
                      <a:round/>
                      <a:headEnd type="none" w="med" len="med"/>
                      <a:tailEnd type="none" w="med" len="med"/>
                    </a:lnT>
                    <a:lnB w="6668">
                      <a:solidFill>
                        <a:srgbClr val="D5DDE3"/>
                      </a:solidFill>
                      <a:prstDash val="solid"/>
                    </a:lnB>
                    <a:solidFill>
                      <a:srgbClr val="F3F5F7"/>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373762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CFBF8"/>
        </a:solidFill>
        <a:effectLst/>
      </p:bgPr>
    </p:bg>
    <p:spTree>
      <p:nvGrpSpPr>
        <p:cNvPr id="1" name=""/>
        <p:cNvGrpSpPr/>
        <p:nvPr/>
      </p:nvGrpSpPr>
      <p:grpSpPr>
        <a:xfrm>
          <a:off x="0" y="0"/>
          <a:ext cx="0" cy="0"/>
          <a:chOff x="0" y="0"/>
          <a:chExt cx="0" cy="0"/>
        </a:xfrm>
      </p:grpSpPr>
      <p:sp>
        <p:nvSpPr>
          <p:cNvPr id="10" name="heading">
            <a:extLst>
              <a:ext uri="{FF2B5EF4-FFF2-40B4-BE49-F238E27FC236}">
                <a16:creationId xmlns:a16="http://schemas.microsoft.com/office/drawing/2014/main" id="{044D09AF-5654-4CA8-9C2B-EB01E87FFCA0}"/>
              </a:ext>
            </a:extLst>
          </p:cNvPr>
          <p:cNvSpPr>
            <a:spLocks noGrp="1"/>
          </p:cNvSpPr>
          <p:nvPr/>
        </p:nvSpPr>
        <p:spPr>
          <a:xfrm>
            <a:off x="609600" y="457200"/>
            <a:ext cx="10953750" cy="952500"/>
          </a:xfrm>
          <a:prstGeom prst="rect">
            <a:avLst/>
          </a:prstGeom>
          <a:noFill/>
          <a:ln w="0">
            <a:noFill/>
            <a:prstDash val="solid"/>
          </a:ln>
        </p:spPr>
        <p:txBody>
          <a:bodyPr wrap="square" lIns="0" tIns="0" rIns="0" bIns="0" anchor="t">
            <a:noAutofit/>
          </a:bodyPr>
          <a:lstStyle>
            <a:defPPr algn="l">
              <a:defRPr sz="3225" b="1">
                <a:solidFill>
                  <a:srgbClr val="17334C"/>
                </a:solidFill>
                <a:latin typeface="Arial"/>
                <a:ea typeface="Arial"/>
                <a:cs typeface="Arial"/>
              </a:defRPr>
            </a:defPPr>
            <a:lvl1pPr algn="l">
              <a:defRPr sz="3225" b="1">
                <a:solidFill>
                  <a:srgbClr val="17334C"/>
                </a:solidFill>
                <a:latin typeface="Arial"/>
                <a:ea typeface="Arial"/>
                <a:cs typeface="Arial"/>
              </a:defRPr>
            </a:lvl1pPr>
            <a:lvl2pPr algn="l">
              <a:defRPr sz="3225" b="1">
                <a:solidFill>
                  <a:srgbClr val="17334C"/>
                </a:solidFill>
                <a:latin typeface="Arial"/>
                <a:ea typeface="Arial"/>
                <a:cs typeface="Arial"/>
              </a:defRPr>
            </a:lvl2pPr>
            <a:lvl3pPr algn="l">
              <a:defRPr sz="3225" b="1">
                <a:solidFill>
                  <a:srgbClr val="17334C"/>
                </a:solidFill>
                <a:latin typeface="Arial"/>
                <a:ea typeface="Arial"/>
                <a:cs typeface="Arial"/>
              </a:defRPr>
            </a:lvl3pPr>
            <a:lvl4pPr algn="l">
              <a:defRPr sz="3225" b="1">
                <a:solidFill>
                  <a:srgbClr val="17334C"/>
                </a:solidFill>
                <a:latin typeface="Arial"/>
                <a:ea typeface="Arial"/>
                <a:cs typeface="Arial"/>
              </a:defRPr>
            </a:lvl4pPr>
            <a:lvl5pPr algn="l">
              <a:defRPr sz="3225" b="1">
                <a:solidFill>
                  <a:srgbClr val="17334C"/>
                </a:solidFill>
                <a:latin typeface="Arial"/>
                <a:ea typeface="Arial"/>
                <a:cs typeface="Arial"/>
              </a:defRPr>
            </a:lvl5pPr>
            <a:lvl6pPr algn="l">
              <a:defRPr sz="3225" b="1">
                <a:solidFill>
                  <a:srgbClr val="17334C"/>
                </a:solidFill>
                <a:latin typeface="Arial"/>
                <a:ea typeface="Arial"/>
                <a:cs typeface="Arial"/>
              </a:defRPr>
            </a:lvl6pPr>
            <a:lvl7pPr algn="l">
              <a:defRPr sz="3225" b="1">
                <a:solidFill>
                  <a:srgbClr val="17334C"/>
                </a:solidFill>
                <a:latin typeface="Arial"/>
                <a:ea typeface="Arial"/>
                <a:cs typeface="Arial"/>
              </a:defRPr>
            </a:lvl7pPr>
            <a:lvl8pPr algn="l">
              <a:defRPr sz="3225" b="1">
                <a:solidFill>
                  <a:srgbClr val="17334C"/>
                </a:solidFill>
                <a:latin typeface="Arial"/>
                <a:ea typeface="Arial"/>
                <a:cs typeface="Arial"/>
              </a:defRPr>
            </a:lvl8pPr>
            <a:lvl9pPr algn="l">
              <a:defRPr sz="3225" b="1">
                <a:solidFill>
                  <a:srgbClr val="17334C"/>
                </a:solidFill>
                <a:latin typeface="Arial"/>
                <a:ea typeface="Arial"/>
                <a:cs typeface="Arial"/>
              </a:defRPr>
            </a:lvl9pPr>
          </a:lstStyle>
          <a:p>
            <a:pPr algn="l">
              <a:defRPr sz="3225" b="1">
                <a:solidFill>
                  <a:srgbClr val="17334C"/>
                </a:solidFill>
                <a:latin typeface="Arial"/>
                <a:ea typeface="Arial"/>
                <a:cs typeface="Arial"/>
              </a:defRPr>
            </a:pPr>
            <a:r>
              <a:rPr sz="3225" b="1">
                <a:solidFill>
                  <a:srgbClr val="17334C"/>
                </a:solidFill>
                <a:latin typeface="Arial"/>
                <a:ea typeface="Arial"/>
                <a:cs typeface="Arial"/>
              </a:rPr>
              <a:t>Hering 2020: contraprovas com suporte documental</a:t>
            </a:r>
          </a:p>
        </p:txBody>
      </p:sp>
      <p:sp>
        <p:nvSpPr>
          <p:cNvPr id="2" name="subheading">
            <a:extLst>
              <a:ext uri="{FF2B5EF4-FFF2-40B4-BE49-F238E27FC236}">
                <a16:creationId xmlns:a16="http://schemas.microsoft.com/office/drawing/2014/main" id="{738565E4-0224-4028-8AA0-3702151C4276}"/>
              </a:ext>
            </a:extLst>
          </p:cNvPr>
          <p:cNvSpPr>
            <a:spLocks noGrp="1"/>
          </p:cNvSpPr>
          <p:nvPr/>
        </p:nvSpPr>
        <p:spPr>
          <a:xfrm>
            <a:off x="609600" y="1438275"/>
            <a:ext cx="10953750" cy="514350"/>
          </a:xfrm>
          <a:prstGeom prst="rect">
            <a:avLst/>
          </a:prstGeom>
          <a:noFill/>
          <a:ln w="0">
            <a:noFill/>
            <a:prstDash val="solid"/>
          </a:ln>
        </p:spPr>
        <p:txBody>
          <a:bodyPr wrap="square" lIns="0" tIns="0" rIns="0" bIns="0" anchor="t">
            <a:noAutofit/>
          </a:bodyPr>
          <a:lstStyle>
            <a:defPPr algn="l">
              <a:defRPr sz="1725" b="0">
                <a:solidFill>
                  <a:srgbClr val="5B6B78"/>
                </a:solidFill>
                <a:latin typeface="Arial"/>
                <a:ea typeface="Arial"/>
                <a:cs typeface="Arial"/>
              </a:defRPr>
            </a:defPPr>
            <a:lvl1pPr algn="l">
              <a:defRPr sz="1725" b="0">
                <a:solidFill>
                  <a:srgbClr val="5B6B78"/>
                </a:solidFill>
                <a:latin typeface="Arial"/>
                <a:ea typeface="Arial"/>
                <a:cs typeface="Arial"/>
              </a:defRPr>
            </a:lvl1pPr>
            <a:lvl2pPr algn="l">
              <a:defRPr sz="1725" b="0">
                <a:solidFill>
                  <a:srgbClr val="5B6B78"/>
                </a:solidFill>
                <a:latin typeface="Arial"/>
                <a:ea typeface="Arial"/>
                <a:cs typeface="Arial"/>
              </a:defRPr>
            </a:lvl2pPr>
            <a:lvl3pPr algn="l">
              <a:defRPr sz="1725" b="0">
                <a:solidFill>
                  <a:srgbClr val="5B6B78"/>
                </a:solidFill>
                <a:latin typeface="Arial"/>
                <a:ea typeface="Arial"/>
                <a:cs typeface="Arial"/>
              </a:defRPr>
            </a:lvl3pPr>
            <a:lvl4pPr algn="l">
              <a:defRPr sz="1725" b="0">
                <a:solidFill>
                  <a:srgbClr val="5B6B78"/>
                </a:solidFill>
                <a:latin typeface="Arial"/>
                <a:ea typeface="Arial"/>
                <a:cs typeface="Arial"/>
              </a:defRPr>
            </a:lvl4pPr>
            <a:lvl5pPr algn="l">
              <a:defRPr sz="1725" b="0">
                <a:solidFill>
                  <a:srgbClr val="5B6B78"/>
                </a:solidFill>
                <a:latin typeface="Arial"/>
                <a:ea typeface="Arial"/>
                <a:cs typeface="Arial"/>
              </a:defRPr>
            </a:lvl5pPr>
            <a:lvl6pPr algn="l">
              <a:defRPr sz="1725" b="0">
                <a:solidFill>
                  <a:srgbClr val="5B6B78"/>
                </a:solidFill>
                <a:latin typeface="Arial"/>
                <a:ea typeface="Arial"/>
                <a:cs typeface="Arial"/>
              </a:defRPr>
            </a:lvl6pPr>
            <a:lvl7pPr algn="l">
              <a:defRPr sz="1725" b="0">
                <a:solidFill>
                  <a:srgbClr val="5B6B78"/>
                </a:solidFill>
                <a:latin typeface="Arial"/>
                <a:ea typeface="Arial"/>
                <a:cs typeface="Arial"/>
              </a:defRPr>
            </a:lvl7pPr>
            <a:lvl8pPr algn="l">
              <a:defRPr sz="1725" b="0">
                <a:solidFill>
                  <a:srgbClr val="5B6B78"/>
                </a:solidFill>
                <a:latin typeface="Arial"/>
                <a:ea typeface="Arial"/>
                <a:cs typeface="Arial"/>
              </a:defRPr>
            </a:lvl8pPr>
            <a:lvl9pPr algn="l">
              <a:defRPr sz="1725" b="0">
                <a:solidFill>
                  <a:srgbClr val="5B6B78"/>
                </a:solidFill>
                <a:latin typeface="Arial"/>
                <a:ea typeface="Arial"/>
                <a:cs typeface="Arial"/>
              </a:defRPr>
            </a:lvl9pPr>
          </a:lstStyle>
          <a:p>
            <a:pPr algn="l">
              <a:defRPr sz="1725" b="0">
                <a:solidFill>
                  <a:srgbClr val="5B6B78"/>
                </a:solidFill>
                <a:latin typeface="Arial"/>
                <a:ea typeface="Arial"/>
                <a:cs typeface="Arial"/>
              </a:defRPr>
            </a:pPr>
            <a:r>
              <a:rPr sz="1725" b="0">
                <a:solidFill>
                  <a:srgbClr val="5B6B78"/>
                </a:solidFill>
                <a:latin typeface="Arial"/>
                <a:ea typeface="Arial"/>
                <a:cs typeface="Arial"/>
              </a:rPr>
              <a:t>Carlos Tavares D’Amaral. PAS 19957.005966/2016-38. Absolvição unânime em 16/06/2020.</a:t>
            </a:r>
          </a:p>
        </p:txBody>
      </p:sp>
      <p:sp>
        <p:nvSpPr>
          <p:cNvPr id="4" name="text">
            <a:extLst>
              <a:ext uri="{FF2B5EF4-FFF2-40B4-BE49-F238E27FC236}">
                <a16:creationId xmlns:a16="http://schemas.microsoft.com/office/drawing/2014/main" id="{0E2E30FD-E290-4FEC-AE72-219E5F7CE7CE}"/>
              </a:ext>
            </a:extLst>
          </p:cNvPr>
          <p:cNvSpPr>
            <a:spLocks noGrp="1"/>
          </p:cNvSpPr>
          <p:nvPr/>
        </p:nvSpPr>
        <p:spPr>
          <a:xfrm>
            <a:off x="609600" y="2171700"/>
            <a:ext cx="4476750" cy="857250"/>
          </a:xfrm>
          <a:prstGeom prst="rect">
            <a:avLst/>
          </a:prstGeom>
          <a:noFill/>
          <a:ln w="0">
            <a:noFill/>
            <a:prstDash val="solid"/>
          </a:ln>
        </p:spPr>
        <p:txBody>
          <a:bodyPr wrap="square" lIns="0" tIns="0" rIns="0" bIns="0" anchor="t">
            <a:noAutofit/>
          </a:bodyPr>
          <a:lstStyle>
            <a:defPPr algn="l">
              <a:defRPr sz="5100" b="1">
                <a:solidFill>
                  <a:srgbClr val="17334C"/>
                </a:solidFill>
                <a:latin typeface="Arial"/>
                <a:ea typeface="Arial"/>
                <a:cs typeface="Arial"/>
              </a:defRPr>
            </a:defPPr>
            <a:lvl1pPr algn="l">
              <a:defRPr sz="5100" b="1">
                <a:solidFill>
                  <a:srgbClr val="17334C"/>
                </a:solidFill>
                <a:latin typeface="Arial"/>
                <a:ea typeface="Arial"/>
                <a:cs typeface="Arial"/>
              </a:defRPr>
            </a:lvl1pPr>
            <a:lvl2pPr algn="l">
              <a:defRPr sz="5100" b="1">
                <a:solidFill>
                  <a:srgbClr val="17334C"/>
                </a:solidFill>
                <a:latin typeface="Arial"/>
                <a:ea typeface="Arial"/>
                <a:cs typeface="Arial"/>
              </a:defRPr>
            </a:lvl2pPr>
            <a:lvl3pPr algn="l">
              <a:defRPr sz="5100" b="1">
                <a:solidFill>
                  <a:srgbClr val="17334C"/>
                </a:solidFill>
                <a:latin typeface="Arial"/>
                <a:ea typeface="Arial"/>
                <a:cs typeface="Arial"/>
              </a:defRPr>
            </a:lvl3pPr>
            <a:lvl4pPr algn="l">
              <a:defRPr sz="5100" b="1">
                <a:solidFill>
                  <a:srgbClr val="17334C"/>
                </a:solidFill>
                <a:latin typeface="Arial"/>
                <a:ea typeface="Arial"/>
                <a:cs typeface="Arial"/>
              </a:defRPr>
            </a:lvl4pPr>
            <a:lvl5pPr algn="l">
              <a:defRPr sz="5100" b="1">
                <a:solidFill>
                  <a:srgbClr val="17334C"/>
                </a:solidFill>
                <a:latin typeface="Arial"/>
                <a:ea typeface="Arial"/>
                <a:cs typeface="Arial"/>
              </a:defRPr>
            </a:lvl5pPr>
            <a:lvl6pPr algn="l">
              <a:defRPr sz="5100" b="1">
                <a:solidFill>
                  <a:srgbClr val="17334C"/>
                </a:solidFill>
                <a:latin typeface="Arial"/>
                <a:ea typeface="Arial"/>
                <a:cs typeface="Arial"/>
              </a:defRPr>
            </a:lvl6pPr>
            <a:lvl7pPr algn="l">
              <a:defRPr sz="5100" b="1">
                <a:solidFill>
                  <a:srgbClr val="17334C"/>
                </a:solidFill>
                <a:latin typeface="Arial"/>
                <a:ea typeface="Arial"/>
                <a:cs typeface="Arial"/>
              </a:defRPr>
            </a:lvl7pPr>
            <a:lvl8pPr algn="l">
              <a:defRPr sz="5100" b="1">
                <a:solidFill>
                  <a:srgbClr val="17334C"/>
                </a:solidFill>
                <a:latin typeface="Arial"/>
                <a:ea typeface="Arial"/>
                <a:cs typeface="Arial"/>
              </a:defRPr>
            </a:lvl8pPr>
            <a:lvl9pPr algn="l">
              <a:defRPr sz="5100" b="1">
                <a:solidFill>
                  <a:srgbClr val="17334C"/>
                </a:solidFill>
                <a:latin typeface="Arial"/>
                <a:ea typeface="Arial"/>
                <a:cs typeface="Arial"/>
              </a:defRPr>
            </a:lvl9pPr>
          </a:lstStyle>
          <a:p>
            <a:pPr algn="l">
              <a:defRPr sz="5100" b="1">
                <a:solidFill>
                  <a:srgbClr val="17334C"/>
                </a:solidFill>
                <a:latin typeface="Arial"/>
                <a:ea typeface="Arial"/>
                <a:cs typeface="Arial"/>
              </a:defRPr>
            </a:pPr>
            <a:r>
              <a:rPr sz="5100" b="1">
                <a:solidFill>
                  <a:srgbClr val="17334C"/>
                </a:solidFill>
                <a:latin typeface="Arial"/>
                <a:ea typeface="Arial"/>
                <a:cs typeface="Arial"/>
              </a:rPr>
              <a:t>1,16%</a:t>
            </a:r>
          </a:p>
        </p:txBody>
      </p:sp>
      <p:sp>
        <p:nvSpPr>
          <p:cNvPr id="5" name="text">
            <a:extLst>
              <a:ext uri="{FF2B5EF4-FFF2-40B4-BE49-F238E27FC236}">
                <a16:creationId xmlns:a16="http://schemas.microsoft.com/office/drawing/2014/main" id="{AB128CCE-E360-4835-A4A1-66D5D026E9A9}"/>
              </a:ext>
            </a:extLst>
          </p:cNvPr>
          <p:cNvSpPr>
            <a:spLocks noGrp="1"/>
          </p:cNvSpPr>
          <p:nvPr/>
        </p:nvSpPr>
        <p:spPr>
          <a:xfrm>
            <a:off x="609600" y="3143250"/>
            <a:ext cx="4667250" cy="962025"/>
          </a:xfrm>
          <a:prstGeom prst="rect">
            <a:avLst/>
          </a:prstGeom>
          <a:noFill/>
          <a:ln w="0">
            <a:noFill/>
            <a:prstDash val="solid"/>
          </a:ln>
        </p:spPr>
        <p:txBody>
          <a:bodyPr wrap="square" lIns="0" tIns="0" rIns="0" bIns="0" anchor="t">
            <a:noAutofit/>
          </a:bodyPr>
          <a:lstStyle>
            <a:defPPr algn="l">
              <a:defRPr sz="2100" b="0">
                <a:solidFill>
                  <a:srgbClr val="243D50"/>
                </a:solidFill>
                <a:latin typeface="Arial"/>
                <a:ea typeface="Arial"/>
                <a:cs typeface="Arial"/>
              </a:defRPr>
            </a:defPPr>
            <a:lvl1pPr algn="l">
              <a:defRPr sz="2100" b="0">
                <a:solidFill>
                  <a:srgbClr val="243D50"/>
                </a:solidFill>
                <a:latin typeface="Arial"/>
                <a:ea typeface="Arial"/>
                <a:cs typeface="Arial"/>
              </a:defRPr>
            </a:lvl1pPr>
            <a:lvl2pPr algn="l">
              <a:defRPr sz="2100" b="0">
                <a:solidFill>
                  <a:srgbClr val="243D50"/>
                </a:solidFill>
                <a:latin typeface="Arial"/>
                <a:ea typeface="Arial"/>
                <a:cs typeface="Arial"/>
              </a:defRPr>
            </a:lvl2pPr>
            <a:lvl3pPr algn="l">
              <a:defRPr sz="2100" b="0">
                <a:solidFill>
                  <a:srgbClr val="243D50"/>
                </a:solidFill>
                <a:latin typeface="Arial"/>
                <a:ea typeface="Arial"/>
                <a:cs typeface="Arial"/>
              </a:defRPr>
            </a:lvl3pPr>
            <a:lvl4pPr algn="l">
              <a:defRPr sz="2100" b="0">
                <a:solidFill>
                  <a:srgbClr val="243D50"/>
                </a:solidFill>
                <a:latin typeface="Arial"/>
                <a:ea typeface="Arial"/>
                <a:cs typeface="Arial"/>
              </a:defRPr>
            </a:lvl4pPr>
            <a:lvl5pPr algn="l">
              <a:defRPr sz="2100" b="0">
                <a:solidFill>
                  <a:srgbClr val="243D50"/>
                </a:solidFill>
                <a:latin typeface="Arial"/>
                <a:ea typeface="Arial"/>
                <a:cs typeface="Arial"/>
              </a:defRPr>
            </a:lvl5pPr>
            <a:lvl6pPr algn="l">
              <a:defRPr sz="2100" b="0">
                <a:solidFill>
                  <a:srgbClr val="243D50"/>
                </a:solidFill>
                <a:latin typeface="Arial"/>
                <a:ea typeface="Arial"/>
                <a:cs typeface="Arial"/>
              </a:defRPr>
            </a:lvl6pPr>
            <a:lvl7pPr algn="l">
              <a:defRPr sz="2100" b="0">
                <a:solidFill>
                  <a:srgbClr val="243D50"/>
                </a:solidFill>
                <a:latin typeface="Arial"/>
                <a:ea typeface="Arial"/>
                <a:cs typeface="Arial"/>
              </a:defRPr>
            </a:lvl7pPr>
            <a:lvl8pPr algn="l">
              <a:defRPr sz="2100" b="0">
                <a:solidFill>
                  <a:srgbClr val="243D50"/>
                </a:solidFill>
                <a:latin typeface="Arial"/>
                <a:ea typeface="Arial"/>
                <a:cs typeface="Arial"/>
              </a:defRPr>
            </a:lvl8pPr>
            <a:lvl9pPr algn="l">
              <a:defRPr sz="2100" b="0">
                <a:solidFill>
                  <a:srgbClr val="243D50"/>
                </a:solidFill>
                <a:latin typeface="Arial"/>
                <a:ea typeface="Arial"/>
                <a:cs typeface="Arial"/>
              </a:defRPr>
            </a:lvl9pPr>
          </a:lstStyle>
          <a:p>
            <a:pPr algn="l">
              <a:defRPr sz="2100" b="0">
                <a:solidFill>
                  <a:srgbClr val="243D50"/>
                </a:solidFill>
                <a:latin typeface="Arial"/>
                <a:ea typeface="Arial"/>
                <a:cs typeface="Arial"/>
              </a:defRPr>
            </a:pPr>
            <a:r>
              <a:rPr sz="2100" b="0">
                <a:solidFill>
                  <a:srgbClr val="243D50"/>
                </a:solidFill>
                <a:latin typeface="Arial"/>
                <a:ea typeface="Arial"/>
                <a:cs typeface="Arial"/>
              </a:rPr>
              <a:t>da posição em ações vendida</a:t>
            </a:r>
          </a:p>
          <a:p>
            <a:pPr algn="l">
              <a:defRPr sz="2100" b="0">
                <a:solidFill>
                  <a:srgbClr val="243D50"/>
                </a:solidFill>
                <a:latin typeface="Arial"/>
                <a:ea typeface="Arial"/>
                <a:cs typeface="Arial"/>
              </a:defRPr>
            </a:pPr>
            <a:r>
              <a:rPr sz="2100" b="0">
                <a:solidFill>
                  <a:srgbClr val="243D50"/>
                </a:solidFill>
                <a:latin typeface="Arial"/>
                <a:ea typeface="Arial"/>
                <a:cs typeface="Arial"/>
              </a:rPr>
              <a:t>nas operações de 13 e 22/04/2015</a:t>
            </a:r>
          </a:p>
        </p:txBody>
      </p:sp>
      <p:sp>
        <p:nvSpPr>
          <p:cNvPr id="6" name="text">
            <a:extLst>
              <a:ext uri="{FF2B5EF4-FFF2-40B4-BE49-F238E27FC236}">
                <a16:creationId xmlns:a16="http://schemas.microsoft.com/office/drawing/2014/main" id="{9BA426CF-ADE4-4B62-804B-03BBDE67D3F7}"/>
              </a:ext>
            </a:extLst>
          </p:cNvPr>
          <p:cNvSpPr>
            <a:spLocks noGrp="1"/>
          </p:cNvSpPr>
          <p:nvPr/>
        </p:nvSpPr>
        <p:spPr>
          <a:xfrm>
            <a:off x="6305550" y="2171700"/>
            <a:ext cx="5095875" cy="857250"/>
          </a:xfrm>
          <a:prstGeom prst="rect">
            <a:avLst/>
          </a:prstGeom>
          <a:noFill/>
          <a:ln w="0">
            <a:noFill/>
            <a:prstDash val="solid"/>
          </a:ln>
        </p:spPr>
        <p:txBody>
          <a:bodyPr wrap="square" lIns="0" tIns="0" rIns="0" bIns="0" anchor="t">
            <a:noAutofit/>
          </a:bodyPr>
          <a:lstStyle>
            <a:defPPr algn="l">
              <a:defRPr sz="4650" b="1">
                <a:solidFill>
                  <a:srgbClr val="17334C"/>
                </a:solidFill>
                <a:latin typeface="Arial"/>
                <a:ea typeface="Arial"/>
                <a:cs typeface="Arial"/>
              </a:defRPr>
            </a:defPPr>
            <a:lvl1pPr algn="l">
              <a:defRPr sz="4650" b="1">
                <a:solidFill>
                  <a:srgbClr val="17334C"/>
                </a:solidFill>
                <a:latin typeface="Arial"/>
                <a:ea typeface="Arial"/>
                <a:cs typeface="Arial"/>
              </a:defRPr>
            </a:lvl1pPr>
            <a:lvl2pPr algn="l">
              <a:defRPr sz="4650" b="1">
                <a:solidFill>
                  <a:srgbClr val="17334C"/>
                </a:solidFill>
                <a:latin typeface="Arial"/>
                <a:ea typeface="Arial"/>
                <a:cs typeface="Arial"/>
              </a:defRPr>
            </a:lvl2pPr>
            <a:lvl3pPr algn="l">
              <a:defRPr sz="4650" b="1">
                <a:solidFill>
                  <a:srgbClr val="17334C"/>
                </a:solidFill>
                <a:latin typeface="Arial"/>
                <a:ea typeface="Arial"/>
                <a:cs typeface="Arial"/>
              </a:defRPr>
            </a:lvl3pPr>
            <a:lvl4pPr algn="l">
              <a:defRPr sz="4650" b="1">
                <a:solidFill>
                  <a:srgbClr val="17334C"/>
                </a:solidFill>
                <a:latin typeface="Arial"/>
                <a:ea typeface="Arial"/>
                <a:cs typeface="Arial"/>
              </a:defRPr>
            </a:lvl4pPr>
            <a:lvl5pPr algn="l">
              <a:defRPr sz="4650" b="1">
                <a:solidFill>
                  <a:srgbClr val="17334C"/>
                </a:solidFill>
                <a:latin typeface="Arial"/>
                <a:ea typeface="Arial"/>
                <a:cs typeface="Arial"/>
              </a:defRPr>
            </a:lvl5pPr>
            <a:lvl6pPr algn="l">
              <a:defRPr sz="4650" b="1">
                <a:solidFill>
                  <a:srgbClr val="17334C"/>
                </a:solidFill>
                <a:latin typeface="Arial"/>
                <a:ea typeface="Arial"/>
                <a:cs typeface="Arial"/>
              </a:defRPr>
            </a:lvl6pPr>
            <a:lvl7pPr algn="l">
              <a:defRPr sz="4650" b="1">
                <a:solidFill>
                  <a:srgbClr val="17334C"/>
                </a:solidFill>
                <a:latin typeface="Arial"/>
                <a:ea typeface="Arial"/>
                <a:cs typeface="Arial"/>
              </a:defRPr>
            </a:lvl7pPr>
            <a:lvl8pPr algn="l">
              <a:defRPr sz="4650" b="1">
                <a:solidFill>
                  <a:srgbClr val="17334C"/>
                </a:solidFill>
                <a:latin typeface="Arial"/>
                <a:ea typeface="Arial"/>
                <a:cs typeface="Arial"/>
              </a:defRPr>
            </a:lvl8pPr>
            <a:lvl9pPr algn="l">
              <a:defRPr sz="4650" b="1">
                <a:solidFill>
                  <a:srgbClr val="17334C"/>
                </a:solidFill>
                <a:latin typeface="Arial"/>
                <a:ea typeface="Arial"/>
                <a:cs typeface="Arial"/>
              </a:defRPr>
            </a:lvl9pPr>
          </a:lstStyle>
          <a:p>
            <a:pPr algn="l">
              <a:defRPr sz="4650" b="1">
                <a:solidFill>
                  <a:srgbClr val="17334C"/>
                </a:solidFill>
                <a:latin typeface="Arial"/>
                <a:ea typeface="Arial"/>
                <a:cs typeface="Arial"/>
              </a:defRPr>
            </a:pPr>
            <a:r>
              <a:rPr sz="4650" b="1">
                <a:solidFill>
                  <a:srgbClr val="17334C"/>
                </a:solidFill>
                <a:latin typeface="Arial"/>
                <a:ea typeface="Arial"/>
                <a:cs typeface="Arial"/>
              </a:rPr>
              <a:t>&gt; R$ 650 mil</a:t>
            </a:r>
          </a:p>
        </p:txBody>
      </p:sp>
      <p:sp>
        <p:nvSpPr>
          <p:cNvPr id="7" name="text">
            <a:extLst>
              <a:ext uri="{FF2B5EF4-FFF2-40B4-BE49-F238E27FC236}">
                <a16:creationId xmlns:a16="http://schemas.microsoft.com/office/drawing/2014/main" id="{08AD2A56-D58F-4B17-A918-6A510B623AFC}"/>
              </a:ext>
            </a:extLst>
          </p:cNvPr>
          <p:cNvSpPr>
            <a:spLocks noGrp="1"/>
          </p:cNvSpPr>
          <p:nvPr/>
        </p:nvSpPr>
        <p:spPr>
          <a:xfrm>
            <a:off x="6305550" y="3143250"/>
            <a:ext cx="5095875" cy="962025"/>
          </a:xfrm>
          <a:prstGeom prst="rect">
            <a:avLst/>
          </a:prstGeom>
          <a:noFill/>
          <a:ln w="0">
            <a:noFill/>
            <a:prstDash val="solid"/>
          </a:ln>
        </p:spPr>
        <p:txBody>
          <a:bodyPr wrap="square" lIns="0" tIns="0" rIns="0" bIns="0" anchor="t">
            <a:noAutofit/>
          </a:bodyPr>
          <a:lstStyle>
            <a:defPPr algn="l">
              <a:defRPr sz="2100" b="0">
                <a:solidFill>
                  <a:srgbClr val="243D50"/>
                </a:solidFill>
                <a:latin typeface="Arial"/>
                <a:ea typeface="Arial"/>
                <a:cs typeface="Arial"/>
              </a:defRPr>
            </a:defPPr>
            <a:lvl1pPr algn="l">
              <a:defRPr sz="2100" b="0">
                <a:solidFill>
                  <a:srgbClr val="243D50"/>
                </a:solidFill>
                <a:latin typeface="Arial"/>
                <a:ea typeface="Arial"/>
                <a:cs typeface="Arial"/>
              </a:defRPr>
            </a:lvl1pPr>
            <a:lvl2pPr algn="l">
              <a:defRPr sz="2100" b="0">
                <a:solidFill>
                  <a:srgbClr val="243D50"/>
                </a:solidFill>
                <a:latin typeface="Arial"/>
                <a:ea typeface="Arial"/>
                <a:cs typeface="Arial"/>
              </a:defRPr>
            </a:lvl2pPr>
            <a:lvl3pPr algn="l">
              <a:defRPr sz="2100" b="0">
                <a:solidFill>
                  <a:srgbClr val="243D50"/>
                </a:solidFill>
                <a:latin typeface="Arial"/>
                <a:ea typeface="Arial"/>
                <a:cs typeface="Arial"/>
              </a:defRPr>
            </a:lvl3pPr>
            <a:lvl4pPr algn="l">
              <a:defRPr sz="2100" b="0">
                <a:solidFill>
                  <a:srgbClr val="243D50"/>
                </a:solidFill>
                <a:latin typeface="Arial"/>
                <a:ea typeface="Arial"/>
                <a:cs typeface="Arial"/>
              </a:defRPr>
            </a:lvl4pPr>
            <a:lvl5pPr algn="l">
              <a:defRPr sz="2100" b="0">
                <a:solidFill>
                  <a:srgbClr val="243D50"/>
                </a:solidFill>
                <a:latin typeface="Arial"/>
                <a:ea typeface="Arial"/>
                <a:cs typeface="Arial"/>
              </a:defRPr>
            </a:lvl5pPr>
            <a:lvl6pPr algn="l">
              <a:defRPr sz="2100" b="0">
                <a:solidFill>
                  <a:srgbClr val="243D50"/>
                </a:solidFill>
                <a:latin typeface="Arial"/>
                <a:ea typeface="Arial"/>
                <a:cs typeface="Arial"/>
              </a:defRPr>
            </a:lvl6pPr>
            <a:lvl7pPr algn="l">
              <a:defRPr sz="2100" b="0">
                <a:solidFill>
                  <a:srgbClr val="243D50"/>
                </a:solidFill>
                <a:latin typeface="Arial"/>
                <a:ea typeface="Arial"/>
                <a:cs typeface="Arial"/>
              </a:defRPr>
            </a:lvl7pPr>
            <a:lvl8pPr algn="l">
              <a:defRPr sz="2100" b="0">
                <a:solidFill>
                  <a:srgbClr val="243D50"/>
                </a:solidFill>
                <a:latin typeface="Arial"/>
                <a:ea typeface="Arial"/>
                <a:cs typeface="Arial"/>
              </a:defRPr>
            </a:lvl8pPr>
            <a:lvl9pPr algn="l">
              <a:defRPr sz="2100" b="0">
                <a:solidFill>
                  <a:srgbClr val="243D50"/>
                </a:solidFill>
                <a:latin typeface="Arial"/>
                <a:ea typeface="Arial"/>
                <a:cs typeface="Arial"/>
              </a:defRPr>
            </a:lvl9pPr>
          </a:lstStyle>
          <a:p>
            <a:pPr algn="l">
              <a:defRPr sz="2100" b="0">
                <a:solidFill>
                  <a:srgbClr val="243D50"/>
                </a:solidFill>
                <a:latin typeface="Arial"/>
                <a:ea typeface="Arial"/>
                <a:cs typeface="Arial"/>
              </a:defRPr>
            </a:pPr>
            <a:r>
              <a:rPr sz="2100" b="0">
                <a:solidFill>
                  <a:srgbClr val="243D50"/>
                </a:solidFill>
                <a:latin typeface="Arial"/>
                <a:ea typeface="Arial"/>
                <a:cs typeface="Arial"/>
              </a:rPr>
              <a:t>em cheques compensados em abril,</a:t>
            </a:r>
          </a:p>
          <a:p>
            <a:pPr algn="l">
              <a:defRPr sz="2100" b="0">
                <a:solidFill>
                  <a:srgbClr val="243D50"/>
                </a:solidFill>
                <a:latin typeface="Arial"/>
                <a:ea typeface="Arial"/>
                <a:cs typeface="Arial"/>
              </a:defRPr>
            </a:pPr>
            <a:r>
              <a:rPr sz="2100" b="0">
                <a:solidFill>
                  <a:srgbClr val="243D50"/>
                </a:solidFill>
                <a:latin typeface="Arial"/>
                <a:ea typeface="Arial"/>
                <a:cs typeface="Arial"/>
              </a:rPr>
              <a:t>registrados no voto</a:t>
            </a:r>
          </a:p>
        </p:txBody>
      </p:sp>
      <p:sp>
        <p:nvSpPr>
          <p:cNvPr id="8" name="text">
            <a:extLst>
              <a:ext uri="{FF2B5EF4-FFF2-40B4-BE49-F238E27FC236}">
                <a16:creationId xmlns:a16="http://schemas.microsoft.com/office/drawing/2014/main" id="{F3306BDB-6528-4EF0-9F9C-175E8FC2C89B}"/>
              </a:ext>
            </a:extLst>
          </p:cNvPr>
          <p:cNvSpPr>
            <a:spLocks noGrp="1"/>
          </p:cNvSpPr>
          <p:nvPr/>
        </p:nvSpPr>
        <p:spPr>
          <a:xfrm>
            <a:off x="609600" y="4514850"/>
            <a:ext cx="10953750" cy="1028700"/>
          </a:xfrm>
          <a:prstGeom prst="rect">
            <a:avLst/>
          </a:prstGeom>
          <a:noFill/>
          <a:ln w="0">
            <a:noFill/>
            <a:prstDash val="solid"/>
          </a:ln>
        </p:spPr>
        <p:txBody>
          <a:bodyPr wrap="square" lIns="0" tIns="0" rIns="0" bIns="0" anchor="t">
            <a:noAutofit/>
          </a:bodyPr>
          <a:lstStyle>
            <a:defPPr algn="l">
              <a:defRPr sz="2175" b="0">
                <a:solidFill>
                  <a:srgbClr val="243D50"/>
                </a:solidFill>
                <a:latin typeface="Arial"/>
                <a:ea typeface="Arial"/>
                <a:cs typeface="Arial"/>
              </a:defRPr>
            </a:defPPr>
            <a:lvl1pPr algn="l">
              <a:defRPr sz="2175" b="0">
                <a:solidFill>
                  <a:srgbClr val="243D50"/>
                </a:solidFill>
                <a:latin typeface="Arial"/>
                <a:ea typeface="Arial"/>
                <a:cs typeface="Arial"/>
              </a:defRPr>
            </a:lvl1pPr>
            <a:lvl2pPr algn="l">
              <a:defRPr sz="2175" b="0">
                <a:solidFill>
                  <a:srgbClr val="243D50"/>
                </a:solidFill>
                <a:latin typeface="Arial"/>
                <a:ea typeface="Arial"/>
                <a:cs typeface="Arial"/>
              </a:defRPr>
            </a:lvl2pPr>
            <a:lvl3pPr algn="l">
              <a:defRPr sz="2175" b="0">
                <a:solidFill>
                  <a:srgbClr val="243D50"/>
                </a:solidFill>
                <a:latin typeface="Arial"/>
                <a:ea typeface="Arial"/>
                <a:cs typeface="Arial"/>
              </a:defRPr>
            </a:lvl3pPr>
            <a:lvl4pPr algn="l">
              <a:defRPr sz="2175" b="0">
                <a:solidFill>
                  <a:srgbClr val="243D50"/>
                </a:solidFill>
                <a:latin typeface="Arial"/>
                <a:ea typeface="Arial"/>
                <a:cs typeface="Arial"/>
              </a:defRPr>
            </a:lvl4pPr>
            <a:lvl5pPr algn="l">
              <a:defRPr sz="2175" b="0">
                <a:solidFill>
                  <a:srgbClr val="243D50"/>
                </a:solidFill>
                <a:latin typeface="Arial"/>
                <a:ea typeface="Arial"/>
                <a:cs typeface="Arial"/>
              </a:defRPr>
            </a:lvl5pPr>
            <a:lvl6pPr algn="l">
              <a:defRPr sz="2175" b="0">
                <a:solidFill>
                  <a:srgbClr val="243D50"/>
                </a:solidFill>
                <a:latin typeface="Arial"/>
                <a:ea typeface="Arial"/>
                <a:cs typeface="Arial"/>
              </a:defRPr>
            </a:lvl6pPr>
            <a:lvl7pPr algn="l">
              <a:defRPr sz="2175" b="0">
                <a:solidFill>
                  <a:srgbClr val="243D50"/>
                </a:solidFill>
                <a:latin typeface="Arial"/>
                <a:ea typeface="Arial"/>
                <a:cs typeface="Arial"/>
              </a:defRPr>
            </a:lvl7pPr>
            <a:lvl8pPr algn="l">
              <a:defRPr sz="2175" b="0">
                <a:solidFill>
                  <a:srgbClr val="243D50"/>
                </a:solidFill>
                <a:latin typeface="Arial"/>
                <a:ea typeface="Arial"/>
                <a:cs typeface="Arial"/>
              </a:defRPr>
            </a:lvl8pPr>
            <a:lvl9pPr algn="l">
              <a:defRPr sz="2175" b="0">
                <a:solidFill>
                  <a:srgbClr val="243D50"/>
                </a:solidFill>
                <a:latin typeface="Arial"/>
                <a:ea typeface="Arial"/>
                <a:cs typeface="Arial"/>
              </a:defRPr>
            </a:lvl9pPr>
          </a:lstStyle>
          <a:p>
            <a:pPr algn="l">
              <a:defRPr sz="2175" b="0">
                <a:solidFill>
                  <a:srgbClr val="243D50"/>
                </a:solidFill>
                <a:latin typeface="Arial"/>
                <a:ea typeface="Arial"/>
                <a:cs typeface="Arial"/>
              </a:defRPr>
            </a:pPr>
            <a:r>
              <a:rPr sz="2175" b="0">
                <a:solidFill>
                  <a:srgbClr val="243D50"/>
                </a:solidFill>
                <a:latin typeface="Arial"/>
                <a:ea typeface="Arial"/>
                <a:cs typeface="Arial"/>
              </a:rPr>
              <a:t>O voto reconheceu relevância e acesso. Documentos de despesas, cronologia e proporção das vendas compuseram a avaliação que levou à absolvição.</a:t>
            </a:r>
          </a:p>
        </p:txBody>
      </p:sp>
    </p:spTree>
    <p:extLst>
      <p:ext uri="{BB962C8B-B14F-4D97-AF65-F5344CB8AC3E}">
        <p14:creationId xmlns:p14="http://schemas.microsoft.com/office/powerpoint/2010/main" val="7034523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CFBF8"/>
        </a:solidFill>
        <a:effectLst/>
      </p:bgPr>
    </p:bg>
    <p:spTree>
      <p:nvGrpSpPr>
        <p:cNvPr id="1" name=""/>
        <p:cNvGrpSpPr/>
        <p:nvPr/>
      </p:nvGrpSpPr>
      <p:grpSpPr>
        <a:xfrm>
          <a:off x="0" y="0"/>
          <a:ext cx="0" cy="0"/>
          <a:chOff x="0" y="0"/>
          <a:chExt cx="0" cy="0"/>
        </a:xfrm>
      </p:grpSpPr>
      <p:sp>
        <p:nvSpPr>
          <p:cNvPr id="6" name="heading">
            <a:extLst>
              <a:ext uri="{FF2B5EF4-FFF2-40B4-BE49-F238E27FC236}">
                <a16:creationId xmlns:a16="http://schemas.microsoft.com/office/drawing/2014/main" id="{23526466-AD7C-4FAC-A5C7-A33049D87583}"/>
              </a:ext>
            </a:extLst>
          </p:cNvPr>
          <p:cNvSpPr>
            <a:spLocks noGrp="1"/>
          </p:cNvSpPr>
          <p:nvPr/>
        </p:nvSpPr>
        <p:spPr>
          <a:xfrm>
            <a:off x="609600" y="457200"/>
            <a:ext cx="10953750" cy="952500"/>
          </a:xfrm>
          <a:prstGeom prst="rect">
            <a:avLst/>
          </a:prstGeom>
          <a:noFill/>
          <a:ln w="0">
            <a:noFill/>
            <a:prstDash val="solid"/>
          </a:ln>
        </p:spPr>
        <p:txBody>
          <a:bodyPr wrap="square" lIns="0" tIns="0" rIns="0" bIns="0" anchor="t">
            <a:noAutofit/>
          </a:bodyPr>
          <a:lstStyle>
            <a:defPPr algn="l">
              <a:defRPr sz="3225" b="1">
                <a:solidFill>
                  <a:srgbClr val="17334C"/>
                </a:solidFill>
                <a:latin typeface="Arial"/>
                <a:ea typeface="Arial"/>
                <a:cs typeface="Arial"/>
              </a:defRPr>
            </a:defPPr>
            <a:lvl1pPr algn="l">
              <a:defRPr sz="3225" b="1">
                <a:solidFill>
                  <a:srgbClr val="17334C"/>
                </a:solidFill>
                <a:latin typeface="Arial"/>
                <a:ea typeface="Arial"/>
                <a:cs typeface="Arial"/>
              </a:defRPr>
            </a:lvl1pPr>
            <a:lvl2pPr algn="l">
              <a:defRPr sz="3225" b="1">
                <a:solidFill>
                  <a:srgbClr val="17334C"/>
                </a:solidFill>
                <a:latin typeface="Arial"/>
                <a:ea typeface="Arial"/>
                <a:cs typeface="Arial"/>
              </a:defRPr>
            </a:lvl2pPr>
            <a:lvl3pPr algn="l">
              <a:defRPr sz="3225" b="1">
                <a:solidFill>
                  <a:srgbClr val="17334C"/>
                </a:solidFill>
                <a:latin typeface="Arial"/>
                <a:ea typeface="Arial"/>
                <a:cs typeface="Arial"/>
              </a:defRPr>
            </a:lvl3pPr>
            <a:lvl4pPr algn="l">
              <a:defRPr sz="3225" b="1">
                <a:solidFill>
                  <a:srgbClr val="17334C"/>
                </a:solidFill>
                <a:latin typeface="Arial"/>
                <a:ea typeface="Arial"/>
                <a:cs typeface="Arial"/>
              </a:defRPr>
            </a:lvl4pPr>
            <a:lvl5pPr algn="l">
              <a:defRPr sz="3225" b="1">
                <a:solidFill>
                  <a:srgbClr val="17334C"/>
                </a:solidFill>
                <a:latin typeface="Arial"/>
                <a:ea typeface="Arial"/>
                <a:cs typeface="Arial"/>
              </a:defRPr>
            </a:lvl5pPr>
            <a:lvl6pPr algn="l">
              <a:defRPr sz="3225" b="1">
                <a:solidFill>
                  <a:srgbClr val="17334C"/>
                </a:solidFill>
                <a:latin typeface="Arial"/>
                <a:ea typeface="Arial"/>
                <a:cs typeface="Arial"/>
              </a:defRPr>
            </a:lvl6pPr>
            <a:lvl7pPr algn="l">
              <a:defRPr sz="3225" b="1">
                <a:solidFill>
                  <a:srgbClr val="17334C"/>
                </a:solidFill>
                <a:latin typeface="Arial"/>
                <a:ea typeface="Arial"/>
                <a:cs typeface="Arial"/>
              </a:defRPr>
            </a:lvl7pPr>
            <a:lvl8pPr algn="l">
              <a:defRPr sz="3225" b="1">
                <a:solidFill>
                  <a:srgbClr val="17334C"/>
                </a:solidFill>
                <a:latin typeface="Arial"/>
                <a:ea typeface="Arial"/>
                <a:cs typeface="Arial"/>
              </a:defRPr>
            </a:lvl8pPr>
            <a:lvl9pPr algn="l">
              <a:defRPr sz="3225" b="1">
                <a:solidFill>
                  <a:srgbClr val="17334C"/>
                </a:solidFill>
                <a:latin typeface="Arial"/>
                <a:ea typeface="Arial"/>
                <a:cs typeface="Arial"/>
              </a:defRPr>
            </a:lvl9pPr>
          </a:lstStyle>
          <a:p>
            <a:pPr algn="l">
              <a:defRPr sz="3225" b="1">
                <a:solidFill>
                  <a:srgbClr val="17334C"/>
                </a:solidFill>
                <a:latin typeface="Arial"/>
                <a:ea typeface="Arial"/>
                <a:cs typeface="Arial"/>
              </a:defRPr>
            </a:pPr>
            <a:r>
              <a:rPr sz="3225" b="1">
                <a:solidFill>
                  <a:srgbClr val="17334C"/>
                </a:solidFill>
                <a:latin typeface="Arial"/>
                <a:ea typeface="Arial"/>
                <a:cs typeface="Arial"/>
              </a:rPr>
              <a:t>Hering 2024: divergência também está nos fundamentos</a:t>
            </a:r>
          </a:p>
        </p:txBody>
      </p:sp>
      <p:sp>
        <p:nvSpPr>
          <p:cNvPr id="2" name="subheading">
            <a:extLst>
              <a:ext uri="{FF2B5EF4-FFF2-40B4-BE49-F238E27FC236}">
                <a16:creationId xmlns:a16="http://schemas.microsoft.com/office/drawing/2014/main" id="{D0A1C660-B0EF-446C-8F59-BF8123A9BD1B}"/>
              </a:ext>
            </a:extLst>
          </p:cNvPr>
          <p:cNvSpPr>
            <a:spLocks noGrp="1"/>
          </p:cNvSpPr>
          <p:nvPr/>
        </p:nvSpPr>
        <p:spPr>
          <a:xfrm>
            <a:off x="609600" y="1438275"/>
            <a:ext cx="10953750" cy="514350"/>
          </a:xfrm>
          <a:prstGeom prst="rect">
            <a:avLst/>
          </a:prstGeom>
          <a:noFill/>
          <a:ln w="0">
            <a:noFill/>
            <a:prstDash val="solid"/>
          </a:ln>
        </p:spPr>
        <p:txBody>
          <a:bodyPr wrap="square" lIns="0" tIns="0" rIns="0" bIns="0" anchor="t">
            <a:noAutofit/>
          </a:bodyPr>
          <a:lstStyle>
            <a:defPPr algn="l">
              <a:defRPr sz="1725" b="0">
                <a:solidFill>
                  <a:srgbClr val="5B6B78"/>
                </a:solidFill>
                <a:latin typeface="Arial"/>
                <a:ea typeface="Arial"/>
                <a:cs typeface="Arial"/>
              </a:defRPr>
            </a:defPPr>
            <a:lvl1pPr algn="l">
              <a:defRPr sz="1725" b="0">
                <a:solidFill>
                  <a:srgbClr val="5B6B78"/>
                </a:solidFill>
                <a:latin typeface="Arial"/>
                <a:ea typeface="Arial"/>
                <a:cs typeface="Arial"/>
              </a:defRPr>
            </a:lvl1pPr>
            <a:lvl2pPr algn="l">
              <a:defRPr sz="1725" b="0">
                <a:solidFill>
                  <a:srgbClr val="5B6B78"/>
                </a:solidFill>
                <a:latin typeface="Arial"/>
                <a:ea typeface="Arial"/>
                <a:cs typeface="Arial"/>
              </a:defRPr>
            </a:lvl2pPr>
            <a:lvl3pPr algn="l">
              <a:defRPr sz="1725" b="0">
                <a:solidFill>
                  <a:srgbClr val="5B6B78"/>
                </a:solidFill>
                <a:latin typeface="Arial"/>
                <a:ea typeface="Arial"/>
                <a:cs typeface="Arial"/>
              </a:defRPr>
            </a:lvl3pPr>
            <a:lvl4pPr algn="l">
              <a:defRPr sz="1725" b="0">
                <a:solidFill>
                  <a:srgbClr val="5B6B78"/>
                </a:solidFill>
                <a:latin typeface="Arial"/>
                <a:ea typeface="Arial"/>
                <a:cs typeface="Arial"/>
              </a:defRPr>
            </a:lvl4pPr>
            <a:lvl5pPr algn="l">
              <a:defRPr sz="1725" b="0">
                <a:solidFill>
                  <a:srgbClr val="5B6B78"/>
                </a:solidFill>
                <a:latin typeface="Arial"/>
                <a:ea typeface="Arial"/>
                <a:cs typeface="Arial"/>
              </a:defRPr>
            </a:lvl5pPr>
            <a:lvl6pPr algn="l">
              <a:defRPr sz="1725" b="0">
                <a:solidFill>
                  <a:srgbClr val="5B6B78"/>
                </a:solidFill>
                <a:latin typeface="Arial"/>
                <a:ea typeface="Arial"/>
                <a:cs typeface="Arial"/>
              </a:defRPr>
            </a:lvl6pPr>
            <a:lvl7pPr algn="l">
              <a:defRPr sz="1725" b="0">
                <a:solidFill>
                  <a:srgbClr val="5B6B78"/>
                </a:solidFill>
                <a:latin typeface="Arial"/>
                <a:ea typeface="Arial"/>
                <a:cs typeface="Arial"/>
              </a:defRPr>
            </a:lvl7pPr>
            <a:lvl8pPr algn="l">
              <a:defRPr sz="1725" b="0">
                <a:solidFill>
                  <a:srgbClr val="5B6B78"/>
                </a:solidFill>
                <a:latin typeface="Arial"/>
                <a:ea typeface="Arial"/>
                <a:cs typeface="Arial"/>
              </a:defRPr>
            </a:lvl8pPr>
            <a:lvl9pPr algn="l">
              <a:defRPr sz="1725" b="0">
                <a:solidFill>
                  <a:srgbClr val="5B6B78"/>
                </a:solidFill>
                <a:latin typeface="Arial"/>
                <a:ea typeface="Arial"/>
                <a:cs typeface="Arial"/>
              </a:defRPr>
            </a:lvl9pPr>
          </a:lstStyle>
          <a:p>
            <a:pPr algn="l">
              <a:defRPr sz="1725" b="0">
                <a:solidFill>
                  <a:srgbClr val="5B6B78"/>
                </a:solidFill>
                <a:latin typeface="Arial"/>
                <a:ea typeface="Arial"/>
                <a:cs typeface="Arial"/>
              </a:defRPr>
            </a:pPr>
            <a:r>
              <a:rPr sz="1725" b="0">
                <a:solidFill>
                  <a:srgbClr val="5B6B78"/>
                </a:solidFill>
                <a:latin typeface="Arial"/>
                <a:ea typeface="Arial"/>
                <a:cs typeface="Arial"/>
              </a:rPr>
              <a:t>PAS 19957.007285/2022-52. Cia. Hering e Fabio Hering. Sessão de 20/08/2024.</a:t>
            </a:r>
          </a:p>
        </p:txBody>
      </p:sp>
      <p:graphicFrame>
        <p:nvGraphicFramePr>
          <p:cNvPr id="4" name="Tabela 3">
            <a:extLst>
              <a:ext uri="{FF2B5EF4-FFF2-40B4-BE49-F238E27FC236}">
                <a16:creationId xmlns:a16="http://schemas.microsoft.com/office/drawing/2014/main" id="{8645E036-A24D-4B51-A650-63D4D2504389}"/>
              </a:ext>
            </a:extLst>
          </p:cNvPr>
          <p:cNvGraphicFramePr/>
          <p:nvPr/>
        </p:nvGraphicFramePr>
        <p:xfrm>
          <a:off x="609600" y="2076450"/>
          <a:ext cx="10953750" cy="3552825"/>
        </p:xfrm>
        <a:graphic>
          <a:graphicData uri="http://schemas.openxmlformats.org/drawingml/2006/table">
            <a:tbl>
              <a:tblPr/>
              <a:tblGrid>
                <a:gridCol w="5429250">
                  <a:extLst>
                    <a:ext uri="{9D8B030D-6E8A-4147-A177-3AD203B41FA5}">
                      <a16:colId xmlns:a16="http://schemas.microsoft.com/office/drawing/2014/main" val="20000"/>
                    </a:ext>
                  </a:extLst>
                </a:gridCol>
                <a:gridCol w="5524500">
                  <a:extLst>
                    <a:ext uri="{9D8B030D-6E8A-4147-A177-3AD203B41FA5}">
                      <a16:colId xmlns:a16="http://schemas.microsoft.com/office/drawing/2014/main" val="20001"/>
                    </a:ext>
                  </a:extLst>
                </a:gridCol>
              </a:tblGrid>
              <a:tr h="571500">
                <a:tc>
                  <a:txBody>
                    <a:bodyPr/>
                    <a:lstStyle/>
                    <a:p>
                      <a:r>
                        <a:rPr sz="1875" b="1">
                          <a:solidFill>
                            <a:srgbClr val="FFFFFF"/>
                          </a:solidFill>
                          <a:latin typeface="Arial"/>
                          <a:ea typeface="Arial"/>
                          <a:cs typeface="Arial"/>
                        </a:rPr>
                        <a:t>Registro oficial</a:t>
                      </a:r>
                    </a:p>
                  </a:txBody>
                  <a:tcPr marL="133350" marR="133350" marT="57150" marB="57150">
                    <a:lnL w="6668">
                      <a:solidFill>
                        <a:srgbClr val="D5DDE3"/>
                      </a:solidFill>
                      <a:prstDash val="solid"/>
                    </a:lnL>
                    <a:lnR w="6668">
                      <a:solidFill>
                        <a:srgbClr val="D5DDE3"/>
                      </a:solidFill>
                      <a:prstDash val="solid"/>
                    </a:lnR>
                    <a:lnT w="6668">
                      <a:solidFill>
                        <a:srgbClr val="D5DDE3"/>
                      </a:solidFill>
                      <a:prstDash val="solid"/>
                    </a:lnT>
                    <a:lnB w="6668">
                      <a:solidFill>
                        <a:srgbClr val="D5DDE3"/>
                      </a:solidFill>
                      <a:prstDash val="solid"/>
                    </a:lnB>
                    <a:solidFill>
                      <a:srgbClr val="17334C"/>
                    </a:solidFill>
                  </a:tcPr>
                </a:tc>
                <a:tc>
                  <a:txBody>
                    <a:bodyPr/>
                    <a:lstStyle/>
                    <a:p>
                      <a:r>
                        <a:rPr sz="1875" b="1">
                          <a:solidFill>
                            <a:srgbClr val="FFFFFF"/>
                          </a:solidFill>
                          <a:latin typeface="Arial"/>
                          <a:ea typeface="Arial"/>
                          <a:cs typeface="Arial"/>
                        </a:rPr>
                        <a:t>O que a comparação ensina</a:t>
                      </a:r>
                    </a:p>
                  </a:txBody>
                  <a:tcPr marL="133350" marR="133350" marT="57150" marB="57150">
                    <a:lnL w="6668" cap="flat" cmpd="sng" algn="ctr">
                      <a:solidFill>
                        <a:srgbClr val="D5DDE3"/>
                      </a:solidFill>
                      <a:prstDash val="solid"/>
                      <a:round/>
                      <a:headEnd type="none" w="med" len="med"/>
                      <a:tailEnd type="none" w="med" len="med"/>
                    </a:lnL>
                    <a:lnR w="6668">
                      <a:solidFill>
                        <a:srgbClr val="D5DDE3"/>
                      </a:solidFill>
                      <a:prstDash val="solid"/>
                    </a:lnR>
                    <a:lnT w="6668">
                      <a:solidFill>
                        <a:srgbClr val="D5DDE3"/>
                      </a:solidFill>
                      <a:prstDash val="solid"/>
                    </a:lnT>
                    <a:lnB w="6668">
                      <a:solidFill>
                        <a:srgbClr val="D5DDE3"/>
                      </a:solidFill>
                      <a:prstDash val="solid"/>
                    </a:lnB>
                    <a:solidFill>
                      <a:srgbClr val="17334C"/>
                    </a:solidFill>
                  </a:tcPr>
                </a:tc>
                <a:extLst>
                  <a:ext uri="{0D108BD9-81ED-4DB2-BD59-A6C34878D82A}">
                    <a16:rowId xmlns:a16="http://schemas.microsoft.com/office/drawing/2014/main" val="10000"/>
                  </a:ext>
                </a:extLst>
              </a:tr>
              <a:tr h="993775">
                <a:tc>
                  <a:txBody>
                    <a:bodyPr/>
                    <a:lstStyle/>
                    <a:p>
                      <a:r>
                        <a:rPr sz="1875" b="0">
                          <a:solidFill>
                            <a:srgbClr val="243D50"/>
                          </a:solidFill>
                          <a:latin typeface="Arial"/>
                          <a:ea typeface="Arial"/>
                          <a:cs typeface="Arial"/>
                        </a:rPr>
                        <a:t>O relator Daniel Maeda votou pela condenação. A maioria absolveu os acusados.</a:t>
                      </a:r>
                    </a:p>
                  </a:txBody>
                  <a:tcPr marL="133350" marR="133350" marT="57150" marB="57150">
                    <a:lnL w="6668">
                      <a:solidFill>
                        <a:srgbClr val="D5DDE3"/>
                      </a:solidFill>
                      <a:prstDash val="solid"/>
                    </a:lnL>
                    <a:lnR w="6668">
                      <a:solidFill>
                        <a:srgbClr val="D5DDE3"/>
                      </a:solidFill>
                      <a:prstDash val="solid"/>
                    </a:lnR>
                    <a:lnT w="6668" cap="flat" cmpd="sng" algn="ctr">
                      <a:solidFill>
                        <a:srgbClr val="D5DDE3"/>
                      </a:solidFill>
                      <a:prstDash val="solid"/>
                      <a:round/>
                      <a:headEnd type="none" w="med" len="med"/>
                      <a:tailEnd type="none" w="med" len="med"/>
                    </a:lnT>
                    <a:lnB w="6668">
                      <a:solidFill>
                        <a:srgbClr val="D5DDE3"/>
                      </a:solidFill>
                      <a:prstDash val="solid"/>
                    </a:lnB>
                    <a:solidFill>
                      <a:srgbClr val="FFFFFF"/>
                    </a:solidFill>
                  </a:tcPr>
                </a:tc>
                <a:tc>
                  <a:txBody>
                    <a:bodyPr/>
                    <a:lstStyle/>
                    <a:p>
                      <a:r>
                        <a:rPr sz="1875" b="0">
                          <a:solidFill>
                            <a:srgbClr val="243D50"/>
                          </a:solidFill>
                          <a:latin typeface="Arial"/>
                          <a:ea typeface="Arial"/>
                          <a:cs typeface="Arial"/>
                        </a:rPr>
                        <a:t>Separar o resultado colegiado da posição de cada voto.</a:t>
                      </a:r>
                    </a:p>
                  </a:txBody>
                  <a:tcPr marL="133350" marR="133350" marT="57150" marB="57150">
                    <a:lnL w="6668" cap="flat" cmpd="sng" algn="ctr">
                      <a:solidFill>
                        <a:srgbClr val="D5DDE3"/>
                      </a:solidFill>
                      <a:prstDash val="solid"/>
                      <a:round/>
                      <a:headEnd type="none" w="med" len="med"/>
                      <a:tailEnd type="none" w="med" len="med"/>
                    </a:lnL>
                    <a:lnR w="6668">
                      <a:solidFill>
                        <a:srgbClr val="D5DDE3"/>
                      </a:solidFill>
                      <a:prstDash val="solid"/>
                    </a:lnR>
                    <a:lnT w="6668" cap="flat" cmpd="sng" algn="ctr">
                      <a:solidFill>
                        <a:srgbClr val="D5DDE3"/>
                      </a:solidFill>
                      <a:prstDash val="solid"/>
                      <a:round/>
                      <a:headEnd type="none" w="med" len="med"/>
                      <a:tailEnd type="none" w="med" len="med"/>
                    </a:lnT>
                    <a:lnB w="6668">
                      <a:solidFill>
                        <a:srgbClr val="D5DDE3"/>
                      </a:solidFill>
                      <a:prstDash val="solid"/>
                    </a:lnB>
                    <a:solidFill>
                      <a:srgbClr val="FFFFFF"/>
                    </a:solidFill>
                  </a:tcPr>
                </a:tc>
                <a:extLst>
                  <a:ext uri="{0D108BD9-81ED-4DB2-BD59-A6C34878D82A}">
                    <a16:rowId xmlns:a16="http://schemas.microsoft.com/office/drawing/2014/main" val="10001"/>
                  </a:ext>
                </a:extLst>
              </a:tr>
              <a:tr h="993775">
                <a:tc>
                  <a:txBody>
                    <a:bodyPr/>
                    <a:lstStyle/>
                    <a:p>
                      <a:r>
                        <a:rPr sz="1875" b="0">
                          <a:solidFill>
                            <a:srgbClr val="243D50"/>
                          </a:solidFill>
                          <a:latin typeface="Arial"/>
                          <a:ea typeface="Arial"/>
                          <a:cs typeface="Arial"/>
                        </a:rPr>
                        <a:t>O extrato e as manifestações registram divergências de mérito e de fundamentação.</a:t>
                      </a:r>
                    </a:p>
                  </a:txBody>
                  <a:tcPr marL="133350" marR="133350" marT="57150" marB="57150">
                    <a:lnL w="6668">
                      <a:solidFill>
                        <a:srgbClr val="D5DDE3"/>
                      </a:solidFill>
                      <a:prstDash val="solid"/>
                    </a:lnL>
                    <a:lnR w="6668">
                      <a:solidFill>
                        <a:srgbClr val="D5DDE3"/>
                      </a:solidFill>
                      <a:prstDash val="solid"/>
                    </a:lnR>
                    <a:lnT w="6668" cap="flat" cmpd="sng" algn="ctr">
                      <a:solidFill>
                        <a:srgbClr val="D5DDE3"/>
                      </a:solidFill>
                      <a:prstDash val="solid"/>
                      <a:round/>
                      <a:headEnd type="none" w="med" len="med"/>
                      <a:tailEnd type="none" w="med" len="med"/>
                    </a:lnT>
                    <a:lnB w="6668">
                      <a:solidFill>
                        <a:srgbClr val="D5DDE3"/>
                      </a:solidFill>
                      <a:prstDash val="solid"/>
                    </a:lnB>
                    <a:solidFill>
                      <a:srgbClr val="F3F5F7"/>
                    </a:solidFill>
                  </a:tcPr>
                </a:tc>
                <a:tc>
                  <a:txBody>
                    <a:bodyPr/>
                    <a:lstStyle/>
                    <a:p>
                      <a:r>
                        <a:rPr sz="1875" b="0">
                          <a:solidFill>
                            <a:srgbClr val="243D50"/>
                          </a:solidFill>
                          <a:latin typeface="Arial"/>
                          <a:ea typeface="Arial"/>
                          <a:cs typeface="Arial"/>
                        </a:rPr>
                        <a:t>Dois votos absolutórios podem chegar ao mesmo resultado por razões distintas.</a:t>
                      </a:r>
                    </a:p>
                  </a:txBody>
                  <a:tcPr marL="133350" marR="133350" marT="57150" marB="57150">
                    <a:lnL w="6668" cap="flat" cmpd="sng" algn="ctr">
                      <a:solidFill>
                        <a:srgbClr val="D5DDE3"/>
                      </a:solidFill>
                      <a:prstDash val="solid"/>
                      <a:round/>
                      <a:headEnd type="none" w="med" len="med"/>
                      <a:tailEnd type="none" w="med" len="med"/>
                    </a:lnL>
                    <a:lnR w="6668">
                      <a:solidFill>
                        <a:srgbClr val="D5DDE3"/>
                      </a:solidFill>
                      <a:prstDash val="solid"/>
                    </a:lnR>
                    <a:lnT w="6668" cap="flat" cmpd="sng" algn="ctr">
                      <a:solidFill>
                        <a:srgbClr val="D5DDE3"/>
                      </a:solidFill>
                      <a:prstDash val="solid"/>
                      <a:round/>
                      <a:headEnd type="none" w="med" len="med"/>
                      <a:tailEnd type="none" w="med" len="med"/>
                    </a:lnT>
                    <a:lnB w="6668">
                      <a:solidFill>
                        <a:srgbClr val="D5DDE3"/>
                      </a:solidFill>
                      <a:prstDash val="solid"/>
                    </a:lnB>
                    <a:solidFill>
                      <a:srgbClr val="F3F5F7"/>
                    </a:solidFill>
                  </a:tcPr>
                </a:tc>
                <a:extLst>
                  <a:ext uri="{0D108BD9-81ED-4DB2-BD59-A6C34878D82A}">
                    <a16:rowId xmlns:a16="http://schemas.microsoft.com/office/drawing/2014/main" val="10002"/>
                  </a:ext>
                </a:extLst>
              </a:tr>
              <a:tr h="993775">
                <a:tc>
                  <a:txBody>
                    <a:bodyPr/>
                    <a:lstStyle/>
                    <a:p>
                      <a:r>
                        <a:rPr sz="1875" b="0">
                          <a:solidFill>
                            <a:srgbClr val="243D50"/>
                          </a:solidFill>
                          <a:latin typeface="Arial"/>
                          <a:ea typeface="Arial"/>
                          <a:cs typeface="Arial"/>
                        </a:rPr>
                        <a:t>Accioly discute a maturidade da informação e a motivação das recompras.</a:t>
                      </a:r>
                    </a:p>
                  </a:txBody>
                  <a:tcPr marL="133350" marR="133350" marT="57150" marB="57150">
                    <a:lnL w="6668">
                      <a:solidFill>
                        <a:srgbClr val="D5DDE3"/>
                      </a:solidFill>
                      <a:prstDash val="solid"/>
                    </a:lnL>
                    <a:lnR w="6668">
                      <a:solidFill>
                        <a:srgbClr val="D5DDE3"/>
                      </a:solidFill>
                      <a:prstDash val="solid"/>
                    </a:lnR>
                    <a:lnT w="6668" cap="flat" cmpd="sng" algn="ctr">
                      <a:solidFill>
                        <a:srgbClr val="D5DDE3"/>
                      </a:solidFill>
                      <a:prstDash val="solid"/>
                      <a:round/>
                      <a:headEnd type="none" w="med" len="med"/>
                      <a:tailEnd type="none" w="med" len="med"/>
                    </a:lnT>
                    <a:lnB w="6668">
                      <a:solidFill>
                        <a:srgbClr val="D5DDE3"/>
                      </a:solidFill>
                      <a:prstDash val="solid"/>
                    </a:lnB>
                    <a:solidFill>
                      <a:srgbClr val="FFFFFF"/>
                    </a:solidFill>
                  </a:tcPr>
                </a:tc>
                <a:tc>
                  <a:txBody>
                    <a:bodyPr/>
                    <a:lstStyle/>
                    <a:p>
                      <a:r>
                        <a:rPr sz="1875" b="0">
                          <a:solidFill>
                            <a:srgbClr val="243D50"/>
                          </a:solidFill>
                          <a:latin typeface="Arial"/>
                          <a:ea typeface="Arial"/>
                          <a:cs typeface="Arial"/>
                        </a:rPr>
                        <a:t>Reconstruir o que podia ser conhecido à época. Evitar avaliar o início da tratativa pelo seu sucesso posterior.</a:t>
                      </a:r>
                    </a:p>
                  </a:txBody>
                  <a:tcPr marL="133350" marR="133350" marT="57150" marB="57150">
                    <a:lnL w="6668" cap="flat" cmpd="sng" algn="ctr">
                      <a:solidFill>
                        <a:srgbClr val="D5DDE3"/>
                      </a:solidFill>
                      <a:prstDash val="solid"/>
                      <a:round/>
                      <a:headEnd type="none" w="med" len="med"/>
                      <a:tailEnd type="none" w="med" len="med"/>
                    </a:lnL>
                    <a:lnR w="6668">
                      <a:solidFill>
                        <a:srgbClr val="D5DDE3"/>
                      </a:solidFill>
                      <a:prstDash val="solid"/>
                    </a:lnR>
                    <a:lnT w="6668" cap="flat" cmpd="sng" algn="ctr">
                      <a:solidFill>
                        <a:srgbClr val="D5DDE3"/>
                      </a:solidFill>
                      <a:prstDash val="solid"/>
                      <a:round/>
                      <a:headEnd type="none" w="med" len="med"/>
                      <a:tailEnd type="none" w="med" len="med"/>
                    </a:lnT>
                    <a:lnB w="6668">
                      <a:solidFill>
                        <a:srgbClr val="D5DDE3"/>
                      </a:solidFill>
                      <a:prstDash val="solid"/>
                    </a:lnB>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8920068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CFBF8"/>
        </a:solidFill>
        <a:effectLst/>
      </p:bgPr>
    </p:bg>
    <p:spTree>
      <p:nvGrpSpPr>
        <p:cNvPr id="1" name=""/>
        <p:cNvGrpSpPr/>
        <p:nvPr/>
      </p:nvGrpSpPr>
      <p:grpSpPr>
        <a:xfrm>
          <a:off x="0" y="0"/>
          <a:ext cx="0" cy="0"/>
          <a:chOff x="0" y="0"/>
          <a:chExt cx="0" cy="0"/>
        </a:xfrm>
      </p:grpSpPr>
      <p:sp>
        <p:nvSpPr>
          <p:cNvPr id="6" name="heading">
            <a:extLst>
              <a:ext uri="{FF2B5EF4-FFF2-40B4-BE49-F238E27FC236}">
                <a16:creationId xmlns:a16="http://schemas.microsoft.com/office/drawing/2014/main" id="{0F2351F7-4D2F-4129-A583-6854786EC20F}"/>
              </a:ext>
            </a:extLst>
          </p:cNvPr>
          <p:cNvSpPr>
            <a:spLocks noGrp="1"/>
          </p:cNvSpPr>
          <p:nvPr/>
        </p:nvSpPr>
        <p:spPr>
          <a:xfrm>
            <a:off x="609600" y="457200"/>
            <a:ext cx="10953750" cy="952500"/>
          </a:xfrm>
          <a:prstGeom prst="rect">
            <a:avLst/>
          </a:prstGeom>
          <a:noFill/>
          <a:ln w="0">
            <a:noFill/>
            <a:prstDash val="solid"/>
          </a:ln>
        </p:spPr>
        <p:txBody>
          <a:bodyPr wrap="square" lIns="0" tIns="0" rIns="0" bIns="0" anchor="t">
            <a:noAutofit/>
          </a:bodyPr>
          <a:lstStyle>
            <a:defPPr algn="l">
              <a:defRPr sz="3225" b="1">
                <a:solidFill>
                  <a:srgbClr val="17334C"/>
                </a:solidFill>
                <a:latin typeface="Arial"/>
                <a:ea typeface="Arial"/>
                <a:cs typeface="Arial"/>
              </a:defRPr>
            </a:defPPr>
            <a:lvl1pPr algn="l">
              <a:defRPr sz="3225" b="1">
                <a:solidFill>
                  <a:srgbClr val="17334C"/>
                </a:solidFill>
                <a:latin typeface="Arial"/>
                <a:ea typeface="Arial"/>
                <a:cs typeface="Arial"/>
              </a:defRPr>
            </a:lvl1pPr>
            <a:lvl2pPr algn="l">
              <a:defRPr sz="3225" b="1">
                <a:solidFill>
                  <a:srgbClr val="17334C"/>
                </a:solidFill>
                <a:latin typeface="Arial"/>
                <a:ea typeface="Arial"/>
                <a:cs typeface="Arial"/>
              </a:defRPr>
            </a:lvl2pPr>
            <a:lvl3pPr algn="l">
              <a:defRPr sz="3225" b="1">
                <a:solidFill>
                  <a:srgbClr val="17334C"/>
                </a:solidFill>
                <a:latin typeface="Arial"/>
                <a:ea typeface="Arial"/>
                <a:cs typeface="Arial"/>
              </a:defRPr>
            </a:lvl3pPr>
            <a:lvl4pPr algn="l">
              <a:defRPr sz="3225" b="1">
                <a:solidFill>
                  <a:srgbClr val="17334C"/>
                </a:solidFill>
                <a:latin typeface="Arial"/>
                <a:ea typeface="Arial"/>
                <a:cs typeface="Arial"/>
              </a:defRPr>
            </a:lvl4pPr>
            <a:lvl5pPr algn="l">
              <a:defRPr sz="3225" b="1">
                <a:solidFill>
                  <a:srgbClr val="17334C"/>
                </a:solidFill>
                <a:latin typeface="Arial"/>
                <a:ea typeface="Arial"/>
                <a:cs typeface="Arial"/>
              </a:defRPr>
            </a:lvl5pPr>
            <a:lvl6pPr algn="l">
              <a:defRPr sz="3225" b="1">
                <a:solidFill>
                  <a:srgbClr val="17334C"/>
                </a:solidFill>
                <a:latin typeface="Arial"/>
                <a:ea typeface="Arial"/>
                <a:cs typeface="Arial"/>
              </a:defRPr>
            </a:lvl6pPr>
            <a:lvl7pPr algn="l">
              <a:defRPr sz="3225" b="1">
                <a:solidFill>
                  <a:srgbClr val="17334C"/>
                </a:solidFill>
                <a:latin typeface="Arial"/>
                <a:ea typeface="Arial"/>
                <a:cs typeface="Arial"/>
              </a:defRPr>
            </a:lvl7pPr>
            <a:lvl8pPr algn="l">
              <a:defRPr sz="3225" b="1">
                <a:solidFill>
                  <a:srgbClr val="17334C"/>
                </a:solidFill>
                <a:latin typeface="Arial"/>
                <a:ea typeface="Arial"/>
                <a:cs typeface="Arial"/>
              </a:defRPr>
            </a:lvl8pPr>
            <a:lvl9pPr algn="l">
              <a:defRPr sz="3225" b="1">
                <a:solidFill>
                  <a:srgbClr val="17334C"/>
                </a:solidFill>
                <a:latin typeface="Arial"/>
                <a:ea typeface="Arial"/>
                <a:cs typeface="Arial"/>
              </a:defRPr>
            </a:lvl9pPr>
          </a:lstStyle>
          <a:p>
            <a:pPr algn="l">
              <a:defRPr sz="3225" b="1">
                <a:solidFill>
                  <a:srgbClr val="17334C"/>
                </a:solidFill>
                <a:latin typeface="Arial"/>
                <a:ea typeface="Arial"/>
                <a:cs typeface="Arial"/>
              </a:defRPr>
            </a:pPr>
            <a:r>
              <a:rPr sz="3225" b="1">
                <a:solidFill>
                  <a:srgbClr val="17334C"/>
                </a:solidFill>
                <a:latin typeface="Arial"/>
                <a:ea typeface="Arial"/>
                <a:cs typeface="Arial"/>
              </a:rPr>
              <a:t>All Ore: indícios precisam sustentar a conclusão</a:t>
            </a:r>
          </a:p>
        </p:txBody>
      </p:sp>
      <p:sp>
        <p:nvSpPr>
          <p:cNvPr id="2" name="subheading">
            <a:extLst>
              <a:ext uri="{FF2B5EF4-FFF2-40B4-BE49-F238E27FC236}">
                <a16:creationId xmlns:a16="http://schemas.microsoft.com/office/drawing/2014/main" id="{FAD2939B-043E-4A7B-B5B9-3C8028798511}"/>
              </a:ext>
            </a:extLst>
          </p:cNvPr>
          <p:cNvSpPr>
            <a:spLocks noGrp="1"/>
          </p:cNvSpPr>
          <p:nvPr/>
        </p:nvSpPr>
        <p:spPr>
          <a:xfrm>
            <a:off x="609600" y="1438275"/>
            <a:ext cx="10953750" cy="514350"/>
          </a:xfrm>
          <a:prstGeom prst="rect">
            <a:avLst/>
          </a:prstGeom>
          <a:noFill/>
          <a:ln w="0">
            <a:noFill/>
            <a:prstDash val="solid"/>
          </a:ln>
        </p:spPr>
        <p:txBody>
          <a:bodyPr wrap="square" lIns="0" tIns="0" rIns="0" bIns="0" anchor="t">
            <a:noAutofit/>
          </a:bodyPr>
          <a:lstStyle>
            <a:defPPr algn="l">
              <a:defRPr sz="1725" b="0">
                <a:solidFill>
                  <a:srgbClr val="5B6B78"/>
                </a:solidFill>
                <a:latin typeface="Arial"/>
                <a:ea typeface="Arial"/>
                <a:cs typeface="Arial"/>
              </a:defRPr>
            </a:defPPr>
            <a:lvl1pPr algn="l">
              <a:defRPr sz="1725" b="0">
                <a:solidFill>
                  <a:srgbClr val="5B6B78"/>
                </a:solidFill>
                <a:latin typeface="Arial"/>
                <a:ea typeface="Arial"/>
                <a:cs typeface="Arial"/>
              </a:defRPr>
            </a:lvl1pPr>
            <a:lvl2pPr algn="l">
              <a:defRPr sz="1725" b="0">
                <a:solidFill>
                  <a:srgbClr val="5B6B78"/>
                </a:solidFill>
                <a:latin typeface="Arial"/>
                <a:ea typeface="Arial"/>
                <a:cs typeface="Arial"/>
              </a:defRPr>
            </a:lvl2pPr>
            <a:lvl3pPr algn="l">
              <a:defRPr sz="1725" b="0">
                <a:solidFill>
                  <a:srgbClr val="5B6B78"/>
                </a:solidFill>
                <a:latin typeface="Arial"/>
                <a:ea typeface="Arial"/>
                <a:cs typeface="Arial"/>
              </a:defRPr>
            </a:lvl3pPr>
            <a:lvl4pPr algn="l">
              <a:defRPr sz="1725" b="0">
                <a:solidFill>
                  <a:srgbClr val="5B6B78"/>
                </a:solidFill>
                <a:latin typeface="Arial"/>
                <a:ea typeface="Arial"/>
                <a:cs typeface="Arial"/>
              </a:defRPr>
            </a:lvl4pPr>
            <a:lvl5pPr algn="l">
              <a:defRPr sz="1725" b="0">
                <a:solidFill>
                  <a:srgbClr val="5B6B78"/>
                </a:solidFill>
                <a:latin typeface="Arial"/>
                <a:ea typeface="Arial"/>
                <a:cs typeface="Arial"/>
              </a:defRPr>
            </a:lvl5pPr>
            <a:lvl6pPr algn="l">
              <a:defRPr sz="1725" b="0">
                <a:solidFill>
                  <a:srgbClr val="5B6B78"/>
                </a:solidFill>
                <a:latin typeface="Arial"/>
                <a:ea typeface="Arial"/>
                <a:cs typeface="Arial"/>
              </a:defRPr>
            </a:lvl6pPr>
            <a:lvl7pPr algn="l">
              <a:defRPr sz="1725" b="0">
                <a:solidFill>
                  <a:srgbClr val="5B6B78"/>
                </a:solidFill>
                <a:latin typeface="Arial"/>
                <a:ea typeface="Arial"/>
                <a:cs typeface="Arial"/>
              </a:defRPr>
            </a:lvl7pPr>
            <a:lvl8pPr algn="l">
              <a:defRPr sz="1725" b="0">
                <a:solidFill>
                  <a:srgbClr val="5B6B78"/>
                </a:solidFill>
                <a:latin typeface="Arial"/>
                <a:ea typeface="Arial"/>
                <a:cs typeface="Arial"/>
              </a:defRPr>
            </a:lvl8pPr>
            <a:lvl9pPr algn="l">
              <a:defRPr sz="1725" b="0">
                <a:solidFill>
                  <a:srgbClr val="5B6B78"/>
                </a:solidFill>
                <a:latin typeface="Arial"/>
                <a:ea typeface="Arial"/>
                <a:cs typeface="Arial"/>
              </a:defRPr>
            </a:lvl9pPr>
          </a:lstStyle>
          <a:p>
            <a:pPr algn="l">
              <a:defRPr sz="1725" b="0">
                <a:solidFill>
                  <a:srgbClr val="5B6B78"/>
                </a:solidFill>
                <a:latin typeface="Arial"/>
                <a:ea typeface="Arial"/>
                <a:cs typeface="Arial"/>
              </a:defRPr>
            </a:pPr>
            <a:r>
              <a:rPr sz="1725" b="0">
                <a:solidFill>
                  <a:srgbClr val="5B6B78"/>
                </a:solidFill>
                <a:latin typeface="Arial"/>
                <a:ea typeface="Arial"/>
                <a:cs typeface="Arial"/>
              </a:rPr>
              <a:t>Jaime Augusto da Cunha Rebelo. PAS RJ2016/2384. Absolvição por maioria em 26/11/2019.</a:t>
            </a:r>
          </a:p>
        </p:txBody>
      </p:sp>
      <p:graphicFrame>
        <p:nvGraphicFramePr>
          <p:cNvPr id="4" name="Tabela 3">
            <a:extLst>
              <a:ext uri="{FF2B5EF4-FFF2-40B4-BE49-F238E27FC236}">
                <a16:creationId xmlns:a16="http://schemas.microsoft.com/office/drawing/2014/main" id="{A8083403-3546-4B26-A890-DE415D956CBB}"/>
              </a:ext>
            </a:extLst>
          </p:cNvPr>
          <p:cNvGraphicFramePr/>
          <p:nvPr/>
        </p:nvGraphicFramePr>
        <p:xfrm>
          <a:off x="609600" y="2076450"/>
          <a:ext cx="10953750" cy="3564890"/>
        </p:xfrm>
        <a:graphic>
          <a:graphicData uri="http://schemas.openxmlformats.org/drawingml/2006/table">
            <a:tbl>
              <a:tblPr/>
              <a:tblGrid>
                <a:gridCol w="3286125">
                  <a:extLst>
                    <a:ext uri="{9D8B030D-6E8A-4147-A177-3AD203B41FA5}">
                      <a16:colId xmlns:a16="http://schemas.microsoft.com/office/drawing/2014/main" val="20000"/>
                    </a:ext>
                  </a:extLst>
                </a:gridCol>
                <a:gridCol w="7667625">
                  <a:extLst>
                    <a:ext uri="{9D8B030D-6E8A-4147-A177-3AD203B41FA5}">
                      <a16:colId xmlns:a16="http://schemas.microsoft.com/office/drawing/2014/main" val="20001"/>
                    </a:ext>
                  </a:extLst>
                </a:gridCol>
              </a:tblGrid>
              <a:tr h="571500">
                <a:tc>
                  <a:txBody>
                    <a:bodyPr/>
                    <a:lstStyle/>
                    <a:p>
                      <a:r>
                        <a:rPr sz="1875" b="1">
                          <a:solidFill>
                            <a:srgbClr val="FFFFFF"/>
                          </a:solidFill>
                          <a:latin typeface="Arial"/>
                          <a:ea typeface="Arial"/>
                          <a:cs typeface="Arial"/>
                        </a:rPr>
                        <a:t>Questão</a:t>
                      </a:r>
                    </a:p>
                  </a:txBody>
                  <a:tcPr marL="133350" marR="133350" marT="57150" marB="57150">
                    <a:lnL w="6668">
                      <a:solidFill>
                        <a:srgbClr val="D5DDE3"/>
                      </a:solidFill>
                      <a:prstDash val="solid"/>
                    </a:lnL>
                    <a:lnR w="6668">
                      <a:solidFill>
                        <a:srgbClr val="D5DDE3"/>
                      </a:solidFill>
                      <a:prstDash val="solid"/>
                    </a:lnR>
                    <a:lnT w="6668">
                      <a:solidFill>
                        <a:srgbClr val="D5DDE3"/>
                      </a:solidFill>
                      <a:prstDash val="solid"/>
                    </a:lnT>
                    <a:lnB w="6668">
                      <a:solidFill>
                        <a:srgbClr val="D5DDE3"/>
                      </a:solidFill>
                      <a:prstDash val="solid"/>
                    </a:lnB>
                    <a:solidFill>
                      <a:srgbClr val="17334C"/>
                    </a:solidFill>
                  </a:tcPr>
                </a:tc>
                <a:tc>
                  <a:txBody>
                    <a:bodyPr/>
                    <a:lstStyle/>
                    <a:p>
                      <a:r>
                        <a:rPr sz="1875" b="1">
                          <a:solidFill>
                            <a:srgbClr val="FFFFFF"/>
                          </a:solidFill>
                          <a:latin typeface="Arial"/>
                          <a:ea typeface="Arial"/>
                          <a:cs typeface="Arial"/>
                        </a:rPr>
                        <a:t>Leitura documentada</a:t>
                      </a:r>
                    </a:p>
                  </a:txBody>
                  <a:tcPr marL="133350" marR="133350" marT="57150" marB="57150">
                    <a:lnL w="6668" cap="flat" cmpd="sng" algn="ctr">
                      <a:solidFill>
                        <a:srgbClr val="D5DDE3"/>
                      </a:solidFill>
                      <a:prstDash val="solid"/>
                      <a:round/>
                      <a:headEnd type="none" w="med" len="med"/>
                      <a:tailEnd type="none" w="med" len="med"/>
                    </a:lnL>
                    <a:lnR w="6668">
                      <a:solidFill>
                        <a:srgbClr val="D5DDE3"/>
                      </a:solidFill>
                      <a:prstDash val="solid"/>
                    </a:lnR>
                    <a:lnT w="6668">
                      <a:solidFill>
                        <a:srgbClr val="D5DDE3"/>
                      </a:solidFill>
                      <a:prstDash val="solid"/>
                    </a:lnT>
                    <a:lnB w="6668">
                      <a:solidFill>
                        <a:srgbClr val="D5DDE3"/>
                      </a:solidFill>
                      <a:prstDash val="solid"/>
                    </a:lnB>
                    <a:solidFill>
                      <a:srgbClr val="17334C"/>
                    </a:solidFill>
                  </a:tcPr>
                </a:tc>
                <a:extLst>
                  <a:ext uri="{0D108BD9-81ED-4DB2-BD59-A6C34878D82A}">
                    <a16:rowId xmlns:a16="http://schemas.microsoft.com/office/drawing/2014/main" val="10000"/>
                  </a:ext>
                </a:extLst>
              </a:tr>
              <a:tr h="993775">
                <a:tc>
                  <a:txBody>
                    <a:bodyPr/>
                    <a:lstStyle/>
                    <a:p>
                      <a:r>
                        <a:rPr sz="1950" b="0">
                          <a:solidFill>
                            <a:srgbClr val="243D50"/>
                          </a:solidFill>
                          <a:latin typeface="Arial"/>
                          <a:ea typeface="Arial"/>
                          <a:cs typeface="Arial"/>
                        </a:rPr>
                        <a:t>Voto-vista</a:t>
                      </a:r>
                    </a:p>
                  </a:txBody>
                  <a:tcPr marL="133350" marR="133350" marT="57150" marB="57150">
                    <a:lnL w="6668">
                      <a:solidFill>
                        <a:srgbClr val="D5DDE3"/>
                      </a:solidFill>
                      <a:prstDash val="solid"/>
                    </a:lnL>
                    <a:lnR w="6668">
                      <a:solidFill>
                        <a:srgbClr val="D5DDE3"/>
                      </a:solidFill>
                      <a:prstDash val="solid"/>
                    </a:lnR>
                    <a:lnT w="6668" cap="flat" cmpd="sng" algn="ctr">
                      <a:solidFill>
                        <a:srgbClr val="D5DDE3"/>
                      </a:solidFill>
                      <a:prstDash val="solid"/>
                      <a:round/>
                      <a:headEnd type="none" w="med" len="med"/>
                      <a:tailEnd type="none" w="med" len="med"/>
                    </a:lnT>
                    <a:lnB w="6668">
                      <a:solidFill>
                        <a:srgbClr val="D5DDE3"/>
                      </a:solidFill>
                      <a:prstDash val="solid"/>
                    </a:lnB>
                    <a:solidFill>
                      <a:srgbClr val="FFFFFF"/>
                    </a:solidFill>
                  </a:tcPr>
                </a:tc>
                <a:tc>
                  <a:txBody>
                    <a:bodyPr/>
                    <a:lstStyle/>
                    <a:p>
                      <a:r>
                        <a:rPr sz="1950" b="0">
                          <a:solidFill>
                            <a:srgbClr val="243D50"/>
                          </a:solidFill>
                          <a:latin typeface="Arial"/>
                          <a:ea typeface="Arial"/>
                          <a:cs typeface="Arial"/>
                        </a:rPr>
                        <a:t>Henrique Machado considerou os indícios suficientes e propôs condenação por insider.</a:t>
                      </a:r>
                    </a:p>
                  </a:txBody>
                  <a:tcPr marL="133350" marR="133350" marT="57150" marB="57150">
                    <a:lnL w="6668" cap="flat" cmpd="sng" algn="ctr">
                      <a:solidFill>
                        <a:srgbClr val="D5DDE3"/>
                      </a:solidFill>
                      <a:prstDash val="solid"/>
                      <a:round/>
                      <a:headEnd type="none" w="med" len="med"/>
                      <a:tailEnd type="none" w="med" len="med"/>
                    </a:lnL>
                    <a:lnR w="6668">
                      <a:solidFill>
                        <a:srgbClr val="D5DDE3"/>
                      </a:solidFill>
                      <a:prstDash val="solid"/>
                    </a:lnR>
                    <a:lnT w="6668" cap="flat" cmpd="sng" algn="ctr">
                      <a:solidFill>
                        <a:srgbClr val="D5DDE3"/>
                      </a:solidFill>
                      <a:prstDash val="solid"/>
                      <a:round/>
                      <a:headEnd type="none" w="med" len="med"/>
                      <a:tailEnd type="none" w="med" len="med"/>
                    </a:lnT>
                    <a:lnB w="6668">
                      <a:solidFill>
                        <a:srgbClr val="D5DDE3"/>
                      </a:solidFill>
                      <a:prstDash val="solid"/>
                    </a:lnB>
                    <a:solidFill>
                      <a:srgbClr val="FFFFFF"/>
                    </a:solidFill>
                  </a:tcPr>
                </a:tc>
                <a:extLst>
                  <a:ext uri="{0D108BD9-81ED-4DB2-BD59-A6C34878D82A}">
                    <a16:rowId xmlns:a16="http://schemas.microsoft.com/office/drawing/2014/main" val="10001"/>
                  </a:ext>
                </a:extLst>
              </a:tr>
              <a:tr h="993775">
                <a:tc>
                  <a:txBody>
                    <a:bodyPr/>
                    <a:lstStyle/>
                    <a:p>
                      <a:r>
                        <a:rPr sz="1950" b="0">
                          <a:solidFill>
                            <a:srgbClr val="243D50"/>
                          </a:solidFill>
                          <a:latin typeface="Arial"/>
                          <a:ea typeface="Arial"/>
                          <a:cs typeface="Arial"/>
                        </a:rPr>
                        <a:t>Manifestação de Marcelo Barbosa</a:t>
                      </a:r>
                    </a:p>
                  </a:txBody>
                  <a:tcPr marL="133350" marR="133350" marT="57150" marB="57150">
                    <a:lnL w="6668">
                      <a:solidFill>
                        <a:srgbClr val="D5DDE3"/>
                      </a:solidFill>
                      <a:prstDash val="solid"/>
                    </a:lnL>
                    <a:lnR w="6668">
                      <a:solidFill>
                        <a:srgbClr val="D5DDE3"/>
                      </a:solidFill>
                      <a:prstDash val="solid"/>
                    </a:lnR>
                    <a:lnT w="6668" cap="flat" cmpd="sng" algn="ctr">
                      <a:solidFill>
                        <a:srgbClr val="D5DDE3"/>
                      </a:solidFill>
                      <a:prstDash val="solid"/>
                      <a:round/>
                      <a:headEnd type="none" w="med" len="med"/>
                      <a:tailEnd type="none" w="med" len="med"/>
                    </a:lnT>
                    <a:lnB w="6668">
                      <a:solidFill>
                        <a:srgbClr val="D5DDE3"/>
                      </a:solidFill>
                      <a:prstDash val="solid"/>
                    </a:lnB>
                    <a:solidFill>
                      <a:srgbClr val="F3F5F7"/>
                    </a:solidFill>
                  </a:tcPr>
                </a:tc>
                <a:tc>
                  <a:txBody>
                    <a:bodyPr/>
                    <a:lstStyle/>
                    <a:p>
                      <a:r>
                        <a:rPr sz="1950" b="0">
                          <a:solidFill>
                            <a:srgbClr val="243D50"/>
                          </a:solidFill>
                          <a:latin typeface="Arial"/>
                          <a:ea typeface="Arial"/>
                          <a:cs typeface="Arial"/>
                        </a:rPr>
                        <a:t>Admitiu a prova indiciária, mas considerou insuficiente o conjunto, inclusive o conteúdo lacônico da conversa.</a:t>
                      </a:r>
                    </a:p>
                  </a:txBody>
                  <a:tcPr marL="133350" marR="133350" marT="57150" marB="57150">
                    <a:lnL w="6668" cap="flat" cmpd="sng" algn="ctr">
                      <a:solidFill>
                        <a:srgbClr val="D5DDE3"/>
                      </a:solidFill>
                      <a:prstDash val="solid"/>
                      <a:round/>
                      <a:headEnd type="none" w="med" len="med"/>
                      <a:tailEnd type="none" w="med" len="med"/>
                    </a:lnL>
                    <a:lnR w="6668">
                      <a:solidFill>
                        <a:srgbClr val="D5DDE3"/>
                      </a:solidFill>
                      <a:prstDash val="solid"/>
                    </a:lnR>
                    <a:lnT w="6668" cap="flat" cmpd="sng" algn="ctr">
                      <a:solidFill>
                        <a:srgbClr val="D5DDE3"/>
                      </a:solidFill>
                      <a:prstDash val="solid"/>
                      <a:round/>
                      <a:headEnd type="none" w="med" len="med"/>
                      <a:tailEnd type="none" w="med" len="med"/>
                    </a:lnT>
                    <a:lnB w="6668">
                      <a:solidFill>
                        <a:srgbClr val="D5DDE3"/>
                      </a:solidFill>
                      <a:prstDash val="solid"/>
                    </a:lnB>
                    <a:solidFill>
                      <a:srgbClr val="F3F5F7"/>
                    </a:solidFill>
                  </a:tcPr>
                </a:tc>
                <a:extLst>
                  <a:ext uri="{0D108BD9-81ED-4DB2-BD59-A6C34878D82A}">
                    <a16:rowId xmlns:a16="http://schemas.microsoft.com/office/drawing/2014/main" val="10002"/>
                  </a:ext>
                </a:extLst>
              </a:tr>
              <a:tr h="993775">
                <a:tc>
                  <a:txBody>
                    <a:bodyPr/>
                    <a:lstStyle/>
                    <a:p>
                      <a:r>
                        <a:rPr sz="1950" b="0">
                          <a:solidFill>
                            <a:srgbClr val="243D50"/>
                          </a:solidFill>
                          <a:latin typeface="Arial"/>
                          <a:ea typeface="Arial"/>
                          <a:cs typeface="Arial"/>
                        </a:rPr>
                        <a:t>Ajuste para H3</a:t>
                      </a:r>
                    </a:p>
                  </a:txBody>
                  <a:tcPr marL="133350" marR="133350" marT="57150" marB="57150">
                    <a:lnL w="6668">
                      <a:solidFill>
                        <a:srgbClr val="D5DDE3"/>
                      </a:solidFill>
                      <a:prstDash val="solid"/>
                    </a:lnL>
                    <a:lnR w="6668">
                      <a:solidFill>
                        <a:srgbClr val="D5DDE3"/>
                      </a:solidFill>
                      <a:prstDash val="solid"/>
                    </a:lnR>
                    <a:lnT w="6668" cap="flat" cmpd="sng" algn="ctr">
                      <a:solidFill>
                        <a:srgbClr val="D5DDE3"/>
                      </a:solidFill>
                      <a:prstDash val="solid"/>
                      <a:round/>
                      <a:headEnd type="none" w="med" len="med"/>
                      <a:tailEnd type="none" w="med" len="med"/>
                    </a:lnT>
                    <a:lnB w="6668">
                      <a:solidFill>
                        <a:srgbClr val="D5DDE3"/>
                      </a:solidFill>
                      <a:prstDash val="solid"/>
                    </a:lnB>
                    <a:solidFill>
                      <a:srgbClr val="FFFFFF"/>
                    </a:solidFill>
                  </a:tcPr>
                </a:tc>
                <a:tc>
                  <a:txBody>
                    <a:bodyPr/>
                    <a:lstStyle/>
                    <a:p>
                      <a:r>
                        <a:rPr sz="1950" b="0">
                          <a:solidFill>
                            <a:srgbClr val="243D50"/>
                          </a:solidFill>
                          <a:latin typeface="Arial"/>
                          <a:ea typeface="Arial"/>
                          <a:cs typeface="Arial"/>
                        </a:rPr>
                        <a:t>A rota exata da informação não é requisito universal. Acesso e circulação podem envolver indícios convergentes e presunções aplicáveis.</a:t>
                      </a:r>
                    </a:p>
                  </a:txBody>
                  <a:tcPr marL="133350" marR="133350" marT="57150" marB="57150">
                    <a:lnL w="6668" cap="flat" cmpd="sng" algn="ctr">
                      <a:solidFill>
                        <a:srgbClr val="D5DDE3"/>
                      </a:solidFill>
                      <a:prstDash val="solid"/>
                      <a:round/>
                      <a:headEnd type="none" w="med" len="med"/>
                      <a:tailEnd type="none" w="med" len="med"/>
                    </a:lnL>
                    <a:lnR w="6668">
                      <a:solidFill>
                        <a:srgbClr val="D5DDE3"/>
                      </a:solidFill>
                      <a:prstDash val="solid"/>
                    </a:lnR>
                    <a:lnT w="6668" cap="flat" cmpd="sng" algn="ctr">
                      <a:solidFill>
                        <a:srgbClr val="D5DDE3"/>
                      </a:solidFill>
                      <a:prstDash val="solid"/>
                      <a:round/>
                      <a:headEnd type="none" w="med" len="med"/>
                      <a:tailEnd type="none" w="med" len="med"/>
                    </a:lnT>
                    <a:lnB w="6668">
                      <a:solidFill>
                        <a:srgbClr val="D5DDE3"/>
                      </a:solidFill>
                      <a:prstDash val="solid"/>
                    </a:lnB>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2756457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CFBF8"/>
        </a:solidFill>
        <a:effectLst/>
      </p:bgPr>
    </p:bg>
    <p:spTree>
      <p:nvGrpSpPr>
        <p:cNvPr id="1" name=""/>
        <p:cNvGrpSpPr/>
        <p:nvPr/>
      </p:nvGrpSpPr>
      <p:grpSpPr>
        <a:xfrm>
          <a:off x="0" y="0"/>
          <a:ext cx="0" cy="0"/>
          <a:chOff x="0" y="0"/>
          <a:chExt cx="0" cy="0"/>
        </a:xfrm>
      </p:grpSpPr>
      <p:sp>
        <p:nvSpPr>
          <p:cNvPr id="6" name="heading">
            <a:extLst>
              <a:ext uri="{FF2B5EF4-FFF2-40B4-BE49-F238E27FC236}">
                <a16:creationId xmlns:a16="http://schemas.microsoft.com/office/drawing/2014/main" id="{E9A27B4D-D218-4100-A307-E40D235DEEA9}"/>
              </a:ext>
            </a:extLst>
          </p:cNvPr>
          <p:cNvSpPr>
            <a:spLocks noGrp="1"/>
          </p:cNvSpPr>
          <p:nvPr/>
        </p:nvSpPr>
        <p:spPr>
          <a:xfrm>
            <a:off x="609600" y="457200"/>
            <a:ext cx="10953750" cy="952500"/>
          </a:xfrm>
          <a:prstGeom prst="rect">
            <a:avLst/>
          </a:prstGeom>
          <a:noFill/>
          <a:ln w="0">
            <a:noFill/>
            <a:prstDash val="solid"/>
          </a:ln>
        </p:spPr>
        <p:txBody>
          <a:bodyPr wrap="square" lIns="0" tIns="0" rIns="0" bIns="0" anchor="t">
            <a:noAutofit/>
          </a:bodyPr>
          <a:lstStyle>
            <a:defPPr algn="l">
              <a:defRPr sz="3225" b="1">
                <a:solidFill>
                  <a:srgbClr val="17334C"/>
                </a:solidFill>
                <a:latin typeface="Arial"/>
                <a:ea typeface="Arial"/>
                <a:cs typeface="Arial"/>
              </a:defRPr>
            </a:defPPr>
            <a:lvl1pPr algn="l">
              <a:defRPr sz="3225" b="1">
                <a:solidFill>
                  <a:srgbClr val="17334C"/>
                </a:solidFill>
                <a:latin typeface="Arial"/>
                <a:ea typeface="Arial"/>
                <a:cs typeface="Arial"/>
              </a:defRPr>
            </a:lvl1pPr>
            <a:lvl2pPr algn="l">
              <a:defRPr sz="3225" b="1">
                <a:solidFill>
                  <a:srgbClr val="17334C"/>
                </a:solidFill>
                <a:latin typeface="Arial"/>
                <a:ea typeface="Arial"/>
                <a:cs typeface="Arial"/>
              </a:defRPr>
            </a:lvl2pPr>
            <a:lvl3pPr algn="l">
              <a:defRPr sz="3225" b="1">
                <a:solidFill>
                  <a:srgbClr val="17334C"/>
                </a:solidFill>
                <a:latin typeface="Arial"/>
                <a:ea typeface="Arial"/>
                <a:cs typeface="Arial"/>
              </a:defRPr>
            </a:lvl3pPr>
            <a:lvl4pPr algn="l">
              <a:defRPr sz="3225" b="1">
                <a:solidFill>
                  <a:srgbClr val="17334C"/>
                </a:solidFill>
                <a:latin typeface="Arial"/>
                <a:ea typeface="Arial"/>
                <a:cs typeface="Arial"/>
              </a:defRPr>
            </a:lvl4pPr>
            <a:lvl5pPr algn="l">
              <a:defRPr sz="3225" b="1">
                <a:solidFill>
                  <a:srgbClr val="17334C"/>
                </a:solidFill>
                <a:latin typeface="Arial"/>
                <a:ea typeface="Arial"/>
                <a:cs typeface="Arial"/>
              </a:defRPr>
            </a:lvl5pPr>
            <a:lvl6pPr algn="l">
              <a:defRPr sz="3225" b="1">
                <a:solidFill>
                  <a:srgbClr val="17334C"/>
                </a:solidFill>
                <a:latin typeface="Arial"/>
                <a:ea typeface="Arial"/>
                <a:cs typeface="Arial"/>
              </a:defRPr>
            </a:lvl6pPr>
            <a:lvl7pPr algn="l">
              <a:defRPr sz="3225" b="1">
                <a:solidFill>
                  <a:srgbClr val="17334C"/>
                </a:solidFill>
                <a:latin typeface="Arial"/>
                <a:ea typeface="Arial"/>
                <a:cs typeface="Arial"/>
              </a:defRPr>
            </a:lvl7pPr>
            <a:lvl8pPr algn="l">
              <a:defRPr sz="3225" b="1">
                <a:solidFill>
                  <a:srgbClr val="17334C"/>
                </a:solidFill>
                <a:latin typeface="Arial"/>
                <a:ea typeface="Arial"/>
                <a:cs typeface="Arial"/>
              </a:defRPr>
            </a:lvl8pPr>
            <a:lvl9pPr algn="l">
              <a:defRPr sz="3225" b="1">
                <a:solidFill>
                  <a:srgbClr val="17334C"/>
                </a:solidFill>
                <a:latin typeface="Arial"/>
                <a:ea typeface="Arial"/>
                <a:cs typeface="Arial"/>
              </a:defRPr>
            </a:lvl9pPr>
          </a:lstStyle>
          <a:p>
            <a:pPr algn="l">
              <a:defRPr sz="3225" b="1">
                <a:solidFill>
                  <a:srgbClr val="17334C"/>
                </a:solidFill>
                <a:latin typeface="Arial"/>
                <a:ea typeface="Arial"/>
                <a:cs typeface="Arial"/>
              </a:defRPr>
            </a:pPr>
            <a:r>
              <a:rPr sz="3225" b="1">
                <a:solidFill>
                  <a:srgbClr val="17334C"/>
                </a:solidFill>
                <a:latin typeface="Arial"/>
                <a:ea typeface="Arial"/>
                <a:cs typeface="Arial"/>
              </a:rPr>
              <a:t>OSX: cronologia clara, contraprova controvertida</a:t>
            </a:r>
          </a:p>
        </p:txBody>
      </p:sp>
      <p:sp>
        <p:nvSpPr>
          <p:cNvPr id="2" name="subheading">
            <a:extLst>
              <a:ext uri="{FF2B5EF4-FFF2-40B4-BE49-F238E27FC236}">
                <a16:creationId xmlns:a16="http://schemas.microsoft.com/office/drawing/2014/main" id="{568E36F0-AE0C-47A4-A369-3446F998BE04}"/>
              </a:ext>
            </a:extLst>
          </p:cNvPr>
          <p:cNvSpPr>
            <a:spLocks noGrp="1"/>
          </p:cNvSpPr>
          <p:nvPr/>
        </p:nvSpPr>
        <p:spPr>
          <a:xfrm>
            <a:off x="609600" y="1438275"/>
            <a:ext cx="10953750" cy="514350"/>
          </a:xfrm>
          <a:prstGeom prst="rect">
            <a:avLst/>
          </a:prstGeom>
          <a:noFill/>
          <a:ln w="0">
            <a:noFill/>
            <a:prstDash val="solid"/>
          </a:ln>
        </p:spPr>
        <p:txBody>
          <a:bodyPr wrap="square" lIns="0" tIns="0" rIns="0" bIns="0" anchor="t">
            <a:noAutofit/>
          </a:bodyPr>
          <a:lstStyle>
            <a:defPPr algn="l">
              <a:defRPr sz="1725" b="0">
                <a:solidFill>
                  <a:srgbClr val="5B6B78"/>
                </a:solidFill>
                <a:latin typeface="Arial"/>
                <a:ea typeface="Arial"/>
                <a:cs typeface="Arial"/>
              </a:defRPr>
            </a:defPPr>
            <a:lvl1pPr algn="l">
              <a:defRPr sz="1725" b="0">
                <a:solidFill>
                  <a:srgbClr val="5B6B78"/>
                </a:solidFill>
                <a:latin typeface="Arial"/>
                <a:ea typeface="Arial"/>
                <a:cs typeface="Arial"/>
              </a:defRPr>
            </a:lvl1pPr>
            <a:lvl2pPr algn="l">
              <a:defRPr sz="1725" b="0">
                <a:solidFill>
                  <a:srgbClr val="5B6B78"/>
                </a:solidFill>
                <a:latin typeface="Arial"/>
                <a:ea typeface="Arial"/>
                <a:cs typeface="Arial"/>
              </a:defRPr>
            </a:lvl2pPr>
            <a:lvl3pPr algn="l">
              <a:defRPr sz="1725" b="0">
                <a:solidFill>
                  <a:srgbClr val="5B6B78"/>
                </a:solidFill>
                <a:latin typeface="Arial"/>
                <a:ea typeface="Arial"/>
                <a:cs typeface="Arial"/>
              </a:defRPr>
            </a:lvl3pPr>
            <a:lvl4pPr algn="l">
              <a:defRPr sz="1725" b="0">
                <a:solidFill>
                  <a:srgbClr val="5B6B78"/>
                </a:solidFill>
                <a:latin typeface="Arial"/>
                <a:ea typeface="Arial"/>
                <a:cs typeface="Arial"/>
              </a:defRPr>
            </a:lvl4pPr>
            <a:lvl5pPr algn="l">
              <a:defRPr sz="1725" b="0">
                <a:solidFill>
                  <a:srgbClr val="5B6B78"/>
                </a:solidFill>
                <a:latin typeface="Arial"/>
                <a:ea typeface="Arial"/>
                <a:cs typeface="Arial"/>
              </a:defRPr>
            </a:lvl5pPr>
            <a:lvl6pPr algn="l">
              <a:defRPr sz="1725" b="0">
                <a:solidFill>
                  <a:srgbClr val="5B6B78"/>
                </a:solidFill>
                <a:latin typeface="Arial"/>
                <a:ea typeface="Arial"/>
                <a:cs typeface="Arial"/>
              </a:defRPr>
            </a:lvl6pPr>
            <a:lvl7pPr algn="l">
              <a:defRPr sz="1725" b="0">
                <a:solidFill>
                  <a:srgbClr val="5B6B78"/>
                </a:solidFill>
                <a:latin typeface="Arial"/>
                <a:ea typeface="Arial"/>
                <a:cs typeface="Arial"/>
              </a:defRPr>
            </a:lvl7pPr>
            <a:lvl8pPr algn="l">
              <a:defRPr sz="1725" b="0">
                <a:solidFill>
                  <a:srgbClr val="5B6B78"/>
                </a:solidFill>
                <a:latin typeface="Arial"/>
                <a:ea typeface="Arial"/>
                <a:cs typeface="Arial"/>
              </a:defRPr>
            </a:lvl8pPr>
            <a:lvl9pPr algn="l">
              <a:defRPr sz="1725" b="0">
                <a:solidFill>
                  <a:srgbClr val="5B6B78"/>
                </a:solidFill>
                <a:latin typeface="Arial"/>
                <a:ea typeface="Arial"/>
                <a:cs typeface="Arial"/>
              </a:defRPr>
            </a:lvl9pPr>
          </a:lstStyle>
          <a:p>
            <a:pPr algn="l">
              <a:defRPr sz="1725" b="0">
                <a:solidFill>
                  <a:srgbClr val="5B6B78"/>
                </a:solidFill>
                <a:latin typeface="Arial"/>
                <a:ea typeface="Arial"/>
                <a:cs typeface="Arial"/>
              </a:defRPr>
            </a:pPr>
            <a:r>
              <a:rPr sz="1725" b="0">
                <a:solidFill>
                  <a:srgbClr val="5B6B78"/>
                </a:solidFill>
                <a:latin typeface="Arial"/>
                <a:ea typeface="Arial"/>
                <a:cs typeface="Arial"/>
              </a:rPr>
              <a:t>PAS RJ2013/13172. Condenação por maioria na sessão de 13/06/2017.</a:t>
            </a:r>
          </a:p>
        </p:txBody>
      </p:sp>
      <p:graphicFrame>
        <p:nvGraphicFramePr>
          <p:cNvPr id="4" name="Tabela 3">
            <a:extLst>
              <a:ext uri="{FF2B5EF4-FFF2-40B4-BE49-F238E27FC236}">
                <a16:creationId xmlns:a16="http://schemas.microsoft.com/office/drawing/2014/main" id="{D5DF4CB8-9694-4F15-863E-6F1A7CD61EEA}"/>
              </a:ext>
            </a:extLst>
          </p:cNvPr>
          <p:cNvGraphicFramePr/>
          <p:nvPr/>
        </p:nvGraphicFramePr>
        <p:xfrm>
          <a:off x="609600" y="2076450"/>
          <a:ext cx="10953750" cy="2800985"/>
        </p:xfrm>
        <a:graphic>
          <a:graphicData uri="http://schemas.openxmlformats.org/drawingml/2006/table">
            <a:tbl>
              <a:tblPr/>
              <a:tblGrid>
                <a:gridCol w="4857750">
                  <a:extLst>
                    <a:ext uri="{9D8B030D-6E8A-4147-A177-3AD203B41FA5}">
                      <a16:colId xmlns:a16="http://schemas.microsoft.com/office/drawing/2014/main" val="20000"/>
                    </a:ext>
                  </a:extLst>
                </a:gridCol>
                <a:gridCol w="2667000">
                  <a:extLst>
                    <a:ext uri="{9D8B030D-6E8A-4147-A177-3AD203B41FA5}">
                      <a16:colId xmlns:a16="http://schemas.microsoft.com/office/drawing/2014/main" val="20001"/>
                    </a:ext>
                  </a:extLst>
                </a:gridCol>
                <a:gridCol w="3429000">
                  <a:extLst>
                    <a:ext uri="{9D8B030D-6E8A-4147-A177-3AD203B41FA5}">
                      <a16:colId xmlns:a16="http://schemas.microsoft.com/office/drawing/2014/main" val="20002"/>
                    </a:ext>
                  </a:extLst>
                </a:gridCol>
              </a:tblGrid>
              <a:tr h="571500">
                <a:tc>
                  <a:txBody>
                    <a:bodyPr/>
                    <a:lstStyle/>
                    <a:p>
                      <a:r>
                        <a:rPr sz="1875" b="1">
                          <a:solidFill>
                            <a:srgbClr val="FFFFFF"/>
                          </a:solidFill>
                          <a:latin typeface="Arial"/>
                          <a:ea typeface="Arial"/>
                          <a:cs typeface="Arial"/>
                        </a:rPr>
                        <a:t>Evento documentado</a:t>
                      </a:r>
                    </a:p>
                  </a:txBody>
                  <a:tcPr marL="133350" marR="133350" marT="57150" marB="57150">
                    <a:lnL w="6668">
                      <a:solidFill>
                        <a:srgbClr val="D5DDE3"/>
                      </a:solidFill>
                      <a:prstDash val="solid"/>
                    </a:lnL>
                    <a:lnR w="6668">
                      <a:solidFill>
                        <a:srgbClr val="D5DDE3"/>
                      </a:solidFill>
                      <a:prstDash val="solid"/>
                    </a:lnR>
                    <a:lnT w="6668">
                      <a:solidFill>
                        <a:srgbClr val="D5DDE3"/>
                      </a:solidFill>
                      <a:prstDash val="solid"/>
                    </a:lnT>
                    <a:lnB w="6668">
                      <a:solidFill>
                        <a:srgbClr val="D5DDE3"/>
                      </a:solidFill>
                      <a:prstDash val="solid"/>
                    </a:lnB>
                    <a:solidFill>
                      <a:srgbClr val="17334C"/>
                    </a:solidFill>
                  </a:tcPr>
                </a:tc>
                <a:tc>
                  <a:txBody>
                    <a:bodyPr/>
                    <a:lstStyle/>
                    <a:p>
                      <a:r>
                        <a:rPr sz="1875" b="1">
                          <a:solidFill>
                            <a:srgbClr val="FFFFFF"/>
                          </a:solidFill>
                          <a:latin typeface="Arial"/>
                          <a:ea typeface="Arial"/>
                          <a:cs typeface="Arial"/>
                        </a:rPr>
                        <a:t>Data</a:t>
                      </a:r>
                    </a:p>
                  </a:txBody>
                  <a:tcPr marL="133350" marR="133350" marT="57150" marB="57150">
                    <a:lnL w="6668" cap="flat" cmpd="sng" algn="ctr">
                      <a:solidFill>
                        <a:srgbClr val="D5DDE3"/>
                      </a:solidFill>
                      <a:prstDash val="solid"/>
                      <a:round/>
                      <a:headEnd type="none" w="med" len="med"/>
                      <a:tailEnd type="none" w="med" len="med"/>
                    </a:lnL>
                    <a:lnR w="6668">
                      <a:solidFill>
                        <a:srgbClr val="D5DDE3"/>
                      </a:solidFill>
                      <a:prstDash val="solid"/>
                    </a:lnR>
                    <a:lnT w="6668">
                      <a:solidFill>
                        <a:srgbClr val="D5DDE3"/>
                      </a:solidFill>
                      <a:prstDash val="solid"/>
                    </a:lnT>
                    <a:lnB w="6668">
                      <a:solidFill>
                        <a:srgbClr val="D5DDE3"/>
                      </a:solidFill>
                      <a:prstDash val="solid"/>
                    </a:lnB>
                    <a:solidFill>
                      <a:srgbClr val="17334C"/>
                    </a:solidFill>
                  </a:tcPr>
                </a:tc>
                <a:tc>
                  <a:txBody>
                    <a:bodyPr/>
                    <a:lstStyle/>
                    <a:p>
                      <a:r>
                        <a:rPr sz="1875" b="1">
                          <a:solidFill>
                            <a:srgbClr val="FFFFFF"/>
                          </a:solidFill>
                          <a:latin typeface="Arial"/>
                          <a:ea typeface="Arial"/>
                          <a:cs typeface="Arial"/>
                        </a:rPr>
                        <a:t>Intervalo</a:t>
                      </a:r>
                    </a:p>
                  </a:txBody>
                  <a:tcPr marL="133350" marR="133350" marT="57150" marB="57150">
                    <a:lnL w="6668" cap="flat" cmpd="sng" algn="ctr">
                      <a:solidFill>
                        <a:srgbClr val="D5DDE3"/>
                      </a:solidFill>
                      <a:prstDash val="solid"/>
                      <a:round/>
                      <a:headEnd type="none" w="med" len="med"/>
                      <a:tailEnd type="none" w="med" len="med"/>
                    </a:lnL>
                    <a:lnR w="6668">
                      <a:solidFill>
                        <a:srgbClr val="D5DDE3"/>
                      </a:solidFill>
                      <a:prstDash val="solid"/>
                    </a:lnR>
                    <a:lnT w="6668">
                      <a:solidFill>
                        <a:srgbClr val="D5DDE3"/>
                      </a:solidFill>
                      <a:prstDash val="solid"/>
                    </a:lnT>
                    <a:lnB w="6668">
                      <a:solidFill>
                        <a:srgbClr val="D5DDE3"/>
                      </a:solidFill>
                      <a:prstDash val="solid"/>
                    </a:lnB>
                    <a:solidFill>
                      <a:srgbClr val="17334C"/>
                    </a:solidFill>
                  </a:tcPr>
                </a:tc>
                <a:extLst>
                  <a:ext uri="{0D108BD9-81ED-4DB2-BD59-A6C34878D82A}">
                    <a16:rowId xmlns:a16="http://schemas.microsoft.com/office/drawing/2014/main" val="10000"/>
                  </a:ext>
                </a:extLst>
              </a:tr>
              <a:tr h="720725">
                <a:tc>
                  <a:txBody>
                    <a:bodyPr/>
                    <a:lstStyle/>
                    <a:p>
                      <a:r>
                        <a:rPr sz="2100" b="0">
                          <a:solidFill>
                            <a:srgbClr val="243D50"/>
                          </a:solidFill>
                          <a:latin typeface="Arial"/>
                          <a:ea typeface="Arial"/>
                          <a:cs typeface="Arial"/>
                        </a:rPr>
                        <a:t>Acesso à minuta do plano</a:t>
                      </a:r>
                    </a:p>
                  </a:txBody>
                  <a:tcPr marL="133350" marR="133350" marT="57150" marB="57150">
                    <a:lnL w="6668">
                      <a:solidFill>
                        <a:srgbClr val="D5DDE3"/>
                      </a:solidFill>
                      <a:prstDash val="solid"/>
                    </a:lnL>
                    <a:lnR w="6668">
                      <a:solidFill>
                        <a:srgbClr val="D5DDE3"/>
                      </a:solidFill>
                      <a:prstDash val="solid"/>
                    </a:lnR>
                    <a:lnT w="6668" cap="flat" cmpd="sng" algn="ctr">
                      <a:solidFill>
                        <a:srgbClr val="D5DDE3"/>
                      </a:solidFill>
                      <a:prstDash val="solid"/>
                      <a:round/>
                      <a:headEnd type="none" w="med" len="med"/>
                      <a:tailEnd type="none" w="med" len="med"/>
                    </a:lnT>
                    <a:lnB w="6668">
                      <a:solidFill>
                        <a:srgbClr val="D5DDE3"/>
                      </a:solidFill>
                      <a:prstDash val="solid"/>
                    </a:lnB>
                    <a:solidFill>
                      <a:srgbClr val="FFFFFF"/>
                    </a:solidFill>
                  </a:tcPr>
                </a:tc>
                <a:tc>
                  <a:txBody>
                    <a:bodyPr/>
                    <a:lstStyle/>
                    <a:p>
                      <a:r>
                        <a:rPr sz="2100" b="0">
                          <a:solidFill>
                            <a:srgbClr val="243D50"/>
                          </a:solidFill>
                          <a:latin typeface="Arial"/>
                          <a:ea typeface="Arial"/>
                          <a:cs typeface="Arial"/>
                        </a:rPr>
                        <a:t>15/04/2013</a:t>
                      </a:r>
                    </a:p>
                  </a:txBody>
                  <a:tcPr marL="133350" marR="133350" marT="57150" marB="57150">
                    <a:lnL w="6668" cap="flat" cmpd="sng" algn="ctr">
                      <a:solidFill>
                        <a:srgbClr val="D5DDE3"/>
                      </a:solidFill>
                      <a:prstDash val="solid"/>
                      <a:round/>
                      <a:headEnd type="none" w="med" len="med"/>
                      <a:tailEnd type="none" w="med" len="med"/>
                    </a:lnL>
                    <a:lnR w="6668">
                      <a:solidFill>
                        <a:srgbClr val="D5DDE3"/>
                      </a:solidFill>
                      <a:prstDash val="solid"/>
                    </a:lnR>
                    <a:lnT w="6668" cap="flat" cmpd="sng" algn="ctr">
                      <a:solidFill>
                        <a:srgbClr val="D5DDE3"/>
                      </a:solidFill>
                      <a:prstDash val="solid"/>
                      <a:round/>
                      <a:headEnd type="none" w="med" len="med"/>
                      <a:tailEnd type="none" w="med" len="med"/>
                    </a:lnT>
                    <a:lnB w="6668">
                      <a:solidFill>
                        <a:srgbClr val="D5DDE3"/>
                      </a:solidFill>
                      <a:prstDash val="solid"/>
                    </a:lnB>
                    <a:solidFill>
                      <a:srgbClr val="FFFFFF"/>
                    </a:solidFill>
                  </a:tcPr>
                </a:tc>
                <a:tc>
                  <a:txBody>
                    <a:bodyPr/>
                    <a:lstStyle/>
                    <a:p>
                      <a:r>
                        <a:rPr sz="2100" b="0">
                          <a:solidFill>
                            <a:srgbClr val="243D50"/>
                          </a:solidFill>
                          <a:latin typeface="Arial"/>
                          <a:ea typeface="Arial"/>
                          <a:cs typeface="Arial"/>
                        </a:rPr>
                        <a:t>4 dias antes da venda</a:t>
                      </a:r>
                    </a:p>
                  </a:txBody>
                  <a:tcPr marL="133350" marR="133350" marT="57150" marB="57150">
                    <a:lnL w="6668" cap="flat" cmpd="sng" algn="ctr">
                      <a:solidFill>
                        <a:srgbClr val="D5DDE3"/>
                      </a:solidFill>
                      <a:prstDash val="solid"/>
                      <a:round/>
                      <a:headEnd type="none" w="med" len="med"/>
                      <a:tailEnd type="none" w="med" len="med"/>
                    </a:lnL>
                    <a:lnR w="6668">
                      <a:solidFill>
                        <a:srgbClr val="D5DDE3"/>
                      </a:solidFill>
                      <a:prstDash val="solid"/>
                    </a:lnR>
                    <a:lnT w="6668" cap="flat" cmpd="sng" algn="ctr">
                      <a:solidFill>
                        <a:srgbClr val="D5DDE3"/>
                      </a:solidFill>
                      <a:prstDash val="solid"/>
                      <a:round/>
                      <a:headEnd type="none" w="med" len="med"/>
                      <a:tailEnd type="none" w="med" len="med"/>
                    </a:lnT>
                    <a:lnB w="6668">
                      <a:solidFill>
                        <a:srgbClr val="D5DDE3"/>
                      </a:solidFill>
                      <a:prstDash val="solid"/>
                    </a:lnB>
                    <a:solidFill>
                      <a:srgbClr val="FFFFFF"/>
                    </a:solidFill>
                  </a:tcPr>
                </a:tc>
                <a:extLst>
                  <a:ext uri="{0D108BD9-81ED-4DB2-BD59-A6C34878D82A}">
                    <a16:rowId xmlns:a16="http://schemas.microsoft.com/office/drawing/2014/main" val="10001"/>
                  </a:ext>
                </a:extLst>
              </a:tr>
              <a:tr h="720725">
                <a:tc>
                  <a:txBody>
                    <a:bodyPr/>
                    <a:lstStyle/>
                    <a:p>
                      <a:r>
                        <a:rPr sz="2100" b="0">
                          <a:solidFill>
                            <a:srgbClr val="243D50"/>
                          </a:solidFill>
                          <a:latin typeface="Arial"/>
                          <a:ea typeface="Arial"/>
                          <a:cs typeface="Arial"/>
                        </a:rPr>
                        <a:t>Venda das ações</a:t>
                      </a:r>
                    </a:p>
                  </a:txBody>
                  <a:tcPr marL="133350" marR="133350" marT="57150" marB="57150">
                    <a:lnL w="6668">
                      <a:solidFill>
                        <a:srgbClr val="D5DDE3"/>
                      </a:solidFill>
                      <a:prstDash val="solid"/>
                    </a:lnL>
                    <a:lnR w="6668">
                      <a:solidFill>
                        <a:srgbClr val="D5DDE3"/>
                      </a:solidFill>
                      <a:prstDash val="solid"/>
                    </a:lnR>
                    <a:lnT w="6668" cap="flat" cmpd="sng" algn="ctr">
                      <a:solidFill>
                        <a:srgbClr val="D5DDE3"/>
                      </a:solidFill>
                      <a:prstDash val="solid"/>
                      <a:round/>
                      <a:headEnd type="none" w="med" len="med"/>
                      <a:tailEnd type="none" w="med" len="med"/>
                    </a:lnT>
                    <a:lnB w="6668">
                      <a:solidFill>
                        <a:srgbClr val="D5DDE3"/>
                      </a:solidFill>
                      <a:prstDash val="solid"/>
                    </a:lnB>
                    <a:solidFill>
                      <a:srgbClr val="F3F5F7"/>
                    </a:solidFill>
                  </a:tcPr>
                </a:tc>
                <a:tc>
                  <a:txBody>
                    <a:bodyPr/>
                    <a:lstStyle/>
                    <a:p>
                      <a:r>
                        <a:rPr sz="2100" b="0">
                          <a:solidFill>
                            <a:srgbClr val="243D50"/>
                          </a:solidFill>
                          <a:latin typeface="Arial"/>
                          <a:ea typeface="Arial"/>
                          <a:cs typeface="Arial"/>
                        </a:rPr>
                        <a:t>19/04/2013</a:t>
                      </a:r>
                    </a:p>
                  </a:txBody>
                  <a:tcPr marL="133350" marR="133350" marT="57150" marB="57150">
                    <a:lnL w="6668" cap="flat" cmpd="sng" algn="ctr">
                      <a:solidFill>
                        <a:srgbClr val="D5DDE3"/>
                      </a:solidFill>
                      <a:prstDash val="solid"/>
                      <a:round/>
                      <a:headEnd type="none" w="med" len="med"/>
                      <a:tailEnd type="none" w="med" len="med"/>
                    </a:lnL>
                    <a:lnR w="6668">
                      <a:solidFill>
                        <a:srgbClr val="D5DDE3"/>
                      </a:solidFill>
                      <a:prstDash val="solid"/>
                    </a:lnR>
                    <a:lnT w="6668" cap="flat" cmpd="sng" algn="ctr">
                      <a:solidFill>
                        <a:srgbClr val="D5DDE3"/>
                      </a:solidFill>
                      <a:prstDash val="solid"/>
                      <a:round/>
                      <a:headEnd type="none" w="med" len="med"/>
                      <a:tailEnd type="none" w="med" len="med"/>
                    </a:lnT>
                    <a:lnB w="6668">
                      <a:solidFill>
                        <a:srgbClr val="D5DDE3"/>
                      </a:solidFill>
                      <a:prstDash val="solid"/>
                    </a:lnB>
                    <a:solidFill>
                      <a:srgbClr val="F3F5F7"/>
                    </a:solidFill>
                  </a:tcPr>
                </a:tc>
                <a:tc>
                  <a:txBody>
                    <a:bodyPr/>
                    <a:lstStyle/>
                    <a:p>
                      <a:r>
                        <a:rPr sz="2100" b="0">
                          <a:solidFill>
                            <a:srgbClr val="243D50"/>
                          </a:solidFill>
                          <a:latin typeface="Arial"/>
                          <a:ea typeface="Arial"/>
                          <a:cs typeface="Arial"/>
                        </a:rPr>
                        <a:t>28 dias antes da divulgação</a:t>
                      </a:r>
                    </a:p>
                  </a:txBody>
                  <a:tcPr marL="133350" marR="133350" marT="57150" marB="57150">
                    <a:lnL w="6668" cap="flat" cmpd="sng" algn="ctr">
                      <a:solidFill>
                        <a:srgbClr val="D5DDE3"/>
                      </a:solidFill>
                      <a:prstDash val="solid"/>
                      <a:round/>
                      <a:headEnd type="none" w="med" len="med"/>
                      <a:tailEnd type="none" w="med" len="med"/>
                    </a:lnL>
                    <a:lnR w="6668">
                      <a:solidFill>
                        <a:srgbClr val="D5DDE3"/>
                      </a:solidFill>
                      <a:prstDash val="solid"/>
                    </a:lnR>
                    <a:lnT w="6668" cap="flat" cmpd="sng" algn="ctr">
                      <a:solidFill>
                        <a:srgbClr val="D5DDE3"/>
                      </a:solidFill>
                      <a:prstDash val="solid"/>
                      <a:round/>
                      <a:headEnd type="none" w="med" len="med"/>
                      <a:tailEnd type="none" w="med" len="med"/>
                    </a:lnT>
                    <a:lnB w="6668">
                      <a:solidFill>
                        <a:srgbClr val="D5DDE3"/>
                      </a:solidFill>
                      <a:prstDash val="solid"/>
                    </a:lnB>
                    <a:solidFill>
                      <a:srgbClr val="F3F5F7"/>
                    </a:solidFill>
                  </a:tcPr>
                </a:tc>
                <a:extLst>
                  <a:ext uri="{0D108BD9-81ED-4DB2-BD59-A6C34878D82A}">
                    <a16:rowId xmlns:a16="http://schemas.microsoft.com/office/drawing/2014/main" val="10002"/>
                  </a:ext>
                </a:extLst>
              </a:tr>
              <a:tr h="720725">
                <a:tc>
                  <a:txBody>
                    <a:bodyPr/>
                    <a:lstStyle/>
                    <a:p>
                      <a:r>
                        <a:rPr sz="2100" b="0">
                          <a:solidFill>
                            <a:srgbClr val="243D50"/>
                          </a:solidFill>
                          <a:latin typeface="Arial"/>
                          <a:ea typeface="Arial"/>
                          <a:cs typeface="Arial"/>
                        </a:rPr>
                        <a:t>Divulgação ao mercado</a:t>
                      </a:r>
                    </a:p>
                  </a:txBody>
                  <a:tcPr marL="133350" marR="133350" marT="57150" marB="57150">
                    <a:lnL w="6668">
                      <a:solidFill>
                        <a:srgbClr val="D5DDE3"/>
                      </a:solidFill>
                      <a:prstDash val="solid"/>
                    </a:lnL>
                    <a:lnR w="6668">
                      <a:solidFill>
                        <a:srgbClr val="D5DDE3"/>
                      </a:solidFill>
                      <a:prstDash val="solid"/>
                    </a:lnR>
                    <a:lnT w="6668" cap="flat" cmpd="sng" algn="ctr">
                      <a:solidFill>
                        <a:srgbClr val="D5DDE3"/>
                      </a:solidFill>
                      <a:prstDash val="solid"/>
                      <a:round/>
                      <a:headEnd type="none" w="med" len="med"/>
                      <a:tailEnd type="none" w="med" len="med"/>
                    </a:lnT>
                    <a:lnB w="6668">
                      <a:solidFill>
                        <a:srgbClr val="D5DDE3"/>
                      </a:solidFill>
                      <a:prstDash val="solid"/>
                    </a:lnB>
                    <a:solidFill>
                      <a:srgbClr val="FFFFFF"/>
                    </a:solidFill>
                  </a:tcPr>
                </a:tc>
                <a:tc>
                  <a:txBody>
                    <a:bodyPr/>
                    <a:lstStyle/>
                    <a:p>
                      <a:r>
                        <a:rPr sz="2100" b="0">
                          <a:solidFill>
                            <a:srgbClr val="243D50"/>
                          </a:solidFill>
                          <a:latin typeface="Arial"/>
                          <a:ea typeface="Arial"/>
                          <a:cs typeface="Arial"/>
                        </a:rPr>
                        <a:t>17/05/2013</a:t>
                      </a:r>
                    </a:p>
                  </a:txBody>
                  <a:tcPr marL="133350" marR="133350" marT="57150" marB="57150">
                    <a:lnL w="6668" cap="flat" cmpd="sng" algn="ctr">
                      <a:solidFill>
                        <a:srgbClr val="D5DDE3"/>
                      </a:solidFill>
                      <a:prstDash val="solid"/>
                      <a:round/>
                      <a:headEnd type="none" w="med" len="med"/>
                      <a:tailEnd type="none" w="med" len="med"/>
                    </a:lnL>
                    <a:lnR w="6668">
                      <a:solidFill>
                        <a:srgbClr val="D5DDE3"/>
                      </a:solidFill>
                      <a:prstDash val="solid"/>
                    </a:lnR>
                    <a:lnT w="6668" cap="flat" cmpd="sng" algn="ctr">
                      <a:solidFill>
                        <a:srgbClr val="D5DDE3"/>
                      </a:solidFill>
                      <a:prstDash val="solid"/>
                      <a:round/>
                      <a:headEnd type="none" w="med" len="med"/>
                      <a:tailEnd type="none" w="med" len="med"/>
                    </a:lnT>
                    <a:lnB w="6668">
                      <a:solidFill>
                        <a:srgbClr val="D5DDE3"/>
                      </a:solidFill>
                      <a:prstDash val="solid"/>
                    </a:lnB>
                    <a:solidFill>
                      <a:srgbClr val="FFFFFF"/>
                    </a:solidFill>
                  </a:tcPr>
                </a:tc>
                <a:tc>
                  <a:txBody>
                    <a:bodyPr/>
                    <a:lstStyle/>
                    <a:p>
                      <a:r>
                        <a:rPr sz="2100" b="0">
                          <a:solidFill>
                            <a:srgbClr val="243D50"/>
                          </a:solidFill>
                          <a:latin typeface="Arial"/>
                          <a:ea typeface="Arial"/>
                          <a:cs typeface="Arial"/>
                        </a:rPr>
                        <a:t>Marco público do comunicado</a:t>
                      </a:r>
                    </a:p>
                  </a:txBody>
                  <a:tcPr marL="133350" marR="133350" marT="57150" marB="57150">
                    <a:lnL w="6668" cap="flat" cmpd="sng" algn="ctr">
                      <a:solidFill>
                        <a:srgbClr val="D5DDE3"/>
                      </a:solidFill>
                      <a:prstDash val="solid"/>
                      <a:round/>
                      <a:headEnd type="none" w="med" len="med"/>
                      <a:tailEnd type="none" w="med" len="med"/>
                    </a:lnL>
                    <a:lnR w="6668">
                      <a:solidFill>
                        <a:srgbClr val="D5DDE3"/>
                      </a:solidFill>
                      <a:prstDash val="solid"/>
                    </a:lnR>
                    <a:lnT w="6668" cap="flat" cmpd="sng" algn="ctr">
                      <a:solidFill>
                        <a:srgbClr val="D5DDE3"/>
                      </a:solidFill>
                      <a:prstDash val="solid"/>
                      <a:round/>
                      <a:headEnd type="none" w="med" len="med"/>
                      <a:tailEnd type="none" w="med" len="med"/>
                    </a:lnT>
                    <a:lnB w="6668">
                      <a:solidFill>
                        <a:srgbClr val="D5DDE3"/>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5" name="text">
            <a:extLst>
              <a:ext uri="{FF2B5EF4-FFF2-40B4-BE49-F238E27FC236}">
                <a16:creationId xmlns:a16="http://schemas.microsoft.com/office/drawing/2014/main" id="{CD4FC5DC-F07B-4AA3-AAD3-D2A9344BC418}"/>
              </a:ext>
            </a:extLst>
          </p:cNvPr>
          <p:cNvSpPr>
            <a:spLocks noGrp="1"/>
          </p:cNvSpPr>
          <p:nvPr/>
        </p:nvSpPr>
        <p:spPr>
          <a:xfrm>
            <a:off x="609600" y="5276850"/>
            <a:ext cx="10953750" cy="942975"/>
          </a:xfrm>
          <a:prstGeom prst="rect">
            <a:avLst/>
          </a:prstGeom>
          <a:noFill/>
          <a:ln w="0">
            <a:noFill/>
            <a:prstDash val="solid"/>
          </a:ln>
        </p:spPr>
        <p:txBody>
          <a:bodyPr wrap="square" lIns="0" tIns="0" rIns="0" bIns="0" anchor="t">
            <a:noAutofit/>
          </a:bodyPr>
          <a:lstStyle>
            <a:defPPr algn="l">
              <a:defRPr sz="1950" b="0">
                <a:solidFill>
                  <a:srgbClr val="243D50"/>
                </a:solidFill>
                <a:latin typeface="Arial"/>
                <a:ea typeface="Arial"/>
                <a:cs typeface="Arial"/>
              </a:defRPr>
            </a:defPPr>
            <a:lvl1pPr algn="l">
              <a:defRPr sz="1950" b="0">
                <a:solidFill>
                  <a:srgbClr val="243D50"/>
                </a:solidFill>
                <a:latin typeface="Arial"/>
                <a:ea typeface="Arial"/>
                <a:cs typeface="Arial"/>
              </a:defRPr>
            </a:lvl1pPr>
            <a:lvl2pPr algn="l">
              <a:defRPr sz="1950" b="0">
                <a:solidFill>
                  <a:srgbClr val="243D50"/>
                </a:solidFill>
                <a:latin typeface="Arial"/>
                <a:ea typeface="Arial"/>
                <a:cs typeface="Arial"/>
              </a:defRPr>
            </a:lvl2pPr>
            <a:lvl3pPr algn="l">
              <a:defRPr sz="1950" b="0">
                <a:solidFill>
                  <a:srgbClr val="243D50"/>
                </a:solidFill>
                <a:latin typeface="Arial"/>
                <a:ea typeface="Arial"/>
                <a:cs typeface="Arial"/>
              </a:defRPr>
            </a:lvl3pPr>
            <a:lvl4pPr algn="l">
              <a:defRPr sz="1950" b="0">
                <a:solidFill>
                  <a:srgbClr val="243D50"/>
                </a:solidFill>
                <a:latin typeface="Arial"/>
                <a:ea typeface="Arial"/>
                <a:cs typeface="Arial"/>
              </a:defRPr>
            </a:lvl4pPr>
            <a:lvl5pPr algn="l">
              <a:defRPr sz="1950" b="0">
                <a:solidFill>
                  <a:srgbClr val="243D50"/>
                </a:solidFill>
                <a:latin typeface="Arial"/>
                <a:ea typeface="Arial"/>
                <a:cs typeface="Arial"/>
              </a:defRPr>
            </a:lvl5pPr>
            <a:lvl6pPr algn="l">
              <a:defRPr sz="1950" b="0">
                <a:solidFill>
                  <a:srgbClr val="243D50"/>
                </a:solidFill>
                <a:latin typeface="Arial"/>
                <a:ea typeface="Arial"/>
                <a:cs typeface="Arial"/>
              </a:defRPr>
            </a:lvl6pPr>
            <a:lvl7pPr algn="l">
              <a:defRPr sz="1950" b="0">
                <a:solidFill>
                  <a:srgbClr val="243D50"/>
                </a:solidFill>
                <a:latin typeface="Arial"/>
                <a:ea typeface="Arial"/>
                <a:cs typeface="Arial"/>
              </a:defRPr>
            </a:lvl7pPr>
            <a:lvl8pPr algn="l">
              <a:defRPr sz="1950" b="0">
                <a:solidFill>
                  <a:srgbClr val="243D50"/>
                </a:solidFill>
                <a:latin typeface="Arial"/>
                <a:ea typeface="Arial"/>
                <a:cs typeface="Arial"/>
              </a:defRPr>
            </a:lvl8pPr>
            <a:lvl9pPr algn="l">
              <a:defRPr sz="1950" b="0">
                <a:solidFill>
                  <a:srgbClr val="243D50"/>
                </a:solidFill>
                <a:latin typeface="Arial"/>
                <a:ea typeface="Arial"/>
                <a:cs typeface="Arial"/>
              </a:defRPr>
            </a:lvl9pPr>
          </a:lstStyle>
          <a:p>
            <a:pPr algn="l">
              <a:defRPr sz="1950" b="0">
                <a:solidFill>
                  <a:srgbClr val="243D50"/>
                </a:solidFill>
                <a:latin typeface="Arial"/>
                <a:ea typeface="Arial"/>
                <a:cs typeface="Arial"/>
              </a:defRPr>
            </a:pPr>
            <a:r>
              <a:rPr sz="1950" b="0">
                <a:solidFill>
                  <a:srgbClr val="243D50"/>
                </a:solidFill>
                <a:latin typeface="Arial"/>
                <a:ea typeface="Arial"/>
                <a:cs typeface="Arial"/>
              </a:rPr>
              <a:t>Renteria acolheu a justificativa de recompor as ações em circulação (free float). Pereira entendeu que ela não afastava a finalidade de evitar perda.</a:t>
            </a:r>
          </a:p>
        </p:txBody>
      </p:sp>
    </p:spTree>
    <p:extLst>
      <p:ext uri="{BB962C8B-B14F-4D97-AF65-F5344CB8AC3E}">
        <p14:creationId xmlns:p14="http://schemas.microsoft.com/office/powerpoint/2010/main" val="1157336559"/>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2471</Words>
  <Application>Microsoft Office PowerPoint</Application>
  <DocSecurity>0</DocSecurity>
  <PresentationFormat>Personalizar</PresentationFormat>
  <Paragraphs>128</Paragraphs>
  <Slides>7</Slides>
  <Notes>7</Notes>
  <HiddenSlides>0</HiddenSlides>
  <MMClips>0</MMClips>
  <ScaleCrop>false</ScaleCrop>
  <HeadingPairs>
    <vt:vector size="6" baseType="variant">
      <vt:variant>
        <vt:lpstr>Fontes usadas</vt:lpstr>
      </vt:variant>
      <vt:variant>
        <vt:i4>2</vt:i4>
      </vt:variant>
      <vt:variant>
        <vt:lpstr>Tema</vt:lpstr>
      </vt:variant>
      <vt:variant>
        <vt:i4>1</vt:i4>
      </vt:variant>
      <vt:variant>
        <vt:lpstr>Títulos de slides</vt:lpstr>
      </vt:variant>
      <vt:variant>
        <vt:i4>7</vt:i4>
      </vt:variant>
    </vt:vector>
  </HeadingPairs>
  <TitlesOfParts>
    <vt:vector size="10" baseType="lpstr">
      <vt:lpstr>Aptos</vt:lpstr>
      <vt:lpstr>Arial</vt:lpstr>
      <vt:lpstr>ChatGPT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Crizan Belém</cp:lastModifiedBy>
  <cp:revision>1</cp:revision>
  <dcterms:created xsi:type="dcterms:W3CDTF">2026-10-30T17:32:47Z</dcterms:created>
  <dcterms:modified xsi:type="dcterms:W3CDTF">2026-10-30T17:59:59Z</dcterms:modified>
</cp:coreProperties>
</file>